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_rels/item3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  <Override PartName="/ppt/media/image1.jpeg" ContentType="image/jpeg"/>
  <Override PartName="/ppt/media/image3.png" ContentType="image/png"/>
  <Override PartName="/ppt/media/image2.png" ContentType="image/png"/>
  <Override PartName="/ppt/media/image4.jpeg" ContentType="image/jpe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576000" y="2138040"/>
            <a:ext cx="1103580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ubTitle"/>
          </p:nvPr>
        </p:nvSpPr>
        <p:spPr>
          <a:xfrm>
            <a:off x="576000" y="2138040"/>
            <a:ext cx="1103580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8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ubTitle"/>
          </p:nvPr>
        </p:nvSpPr>
        <p:spPr>
          <a:xfrm>
            <a:off x="576000" y="2138040"/>
            <a:ext cx="1103580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20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  <p:sp>
        <p:nvSpPr>
          <p:cNvPr id="121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5"/>
          <p:cNvSpPr/>
          <p:nvPr/>
        </p:nvSpPr>
        <p:spPr>
          <a:xfrm rot="5400000">
            <a:off x="858600" y="345600"/>
            <a:ext cx="145080" cy="703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CustomShape 6"/>
          <p:cNvSpPr/>
          <p:nvPr/>
        </p:nvSpPr>
        <p:spPr>
          <a:xfrm flipV="1">
            <a:off x="578520" y="4499280"/>
            <a:ext cx="11033640" cy="1728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24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76000" y="2138040"/>
            <a:ext cx="1103580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pc="-1" strike="noStrike">
                <a:latin typeface="Arial"/>
              </a:rPr>
              <a:t>Click to edit the title text format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Click to edit the outline text format</a:t>
            </a:r>
            <a:endParaRPr b="0" lang="en-GB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latin typeface="Arial"/>
              </a:rPr>
              <a:t>Second Outline Level</a:t>
            </a:r>
            <a:endParaRPr b="0" lang="en-GB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Third Outline Level</a:t>
            </a:r>
            <a:endParaRPr b="0" lang="en-GB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latin typeface="Arial"/>
              </a:rPr>
              <a:t>Fourth Outline Level</a:t>
            </a:r>
            <a:endParaRPr b="0" lang="en-GB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Fifth Outline Level</a:t>
            </a:r>
            <a:endParaRPr b="0" lang="en-GB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Sixth Outline Level</a:t>
            </a:r>
            <a:endParaRPr b="0" lang="en-GB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Seventh Outline Level</a:t>
            </a:r>
            <a:endParaRPr b="0" lang="en-GB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ustomShape 1"/>
          <p:cNvSpPr/>
          <p:nvPr/>
        </p:nvSpPr>
        <p:spPr>
          <a:xfrm>
            <a:off x="558360" y="0"/>
            <a:ext cx="11166480" cy="2017800"/>
          </a:xfrm>
          <a:prstGeom prst="rect">
            <a:avLst/>
          </a:prstGeom>
          <a:solidFill>
            <a:srgbClr val="c34d54"/>
          </a:solidFill>
          <a:ln w="9360">
            <a:solidFill>
              <a:srgbClr val="f0e5e5"/>
            </a:solidFill>
            <a:round/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1" name="CustomShape 2"/>
          <p:cNvSpPr/>
          <p:nvPr/>
        </p:nvSpPr>
        <p:spPr>
          <a:xfrm>
            <a:off x="567000" y="0"/>
            <a:ext cx="11154600" cy="2010600"/>
          </a:xfrm>
          <a:prstGeom prst="rect">
            <a:avLst/>
          </a:prstGeom>
          <a:solidFill>
            <a:srgbClr val="c34d54"/>
          </a:solidFill>
          <a:ln w="936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2" name="CustomShape 3"/>
          <p:cNvSpPr/>
          <p:nvPr/>
        </p:nvSpPr>
        <p:spPr>
          <a:xfrm>
            <a:off x="498960" y="787320"/>
            <a:ext cx="127080" cy="703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latin typeface="Arial"/>
              </a:rPr>
              <a:t>Click to edit the title text format</a:t>
            </a:r>
            <a:endParaRPr b="0" lang="en-GB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latin typeface="Arial"/>
              </a:rPr>
              <a:t>Click to edit the outline text format</a:t>
            </a:r>
            <a:endParaRPr b="0" lang="en-GB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latin typeface="Arial"/>
              </a:rPr>
              <a:t>Second Outline Level</a:t>
            </a:r>
            <a:endParaRPr b="0" lang="en-GB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latin typeface="Arial"/>
              </a:rPr>
              <a:t>Third Outline Level</a:t>
            </a:r>
            <a:endParaRPr b="0" lang="en-GB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latin typeface="Arial"/>
              </a:rPr>
              <a:t>Fourth Outline Level</a:t>
            </a:r>
            <a:endParaRPr b="0" lang="en-GB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Fifth Outline Level</a:t>
            </a:r>
            <a:endParaRPr b="0" lang="en-GB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Sixth Outline Level</a:t>
            </a:r>
            <a:endParaRPr b="0" lang="en-GB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Seventh Outline Level</a:t>
            </a:r>
            <a:endParaRPr b="0" lang="en-GB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ustomShape 1"/>
          <p:cNvSpPr/>
          <p:nvPr/>
        </p:nvSpPr>
        <p:spPr>
          <a:xfrm>
            <a:off x="558360" y="0"/>
            <a:ext cx="11166480" cy="2017800"/>
          </a:xfrm>
          <a:prstGeom prst="rect">
            <a:avLst/>
          </a:prstGeom>
          <a:solidFill>
            <a:srgbClr val="c34d54"/>
          </a:solidFill>
          <a:ln w="9360">
            <a:solidFill>
              <a:srgbClr val="f0e5e5"/>
            </a:solidFill>
            <a:round/>
          </a:ln>
          <a:effectLst>
            <a:outerShdw algn="tl" blurRad="50760" dir="2700000" dist="37674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2" name="CustomShape 2"/>
          <p:cNvSpPr/>
          <p:nvPr/>
        </p:nvSpPr>
        <p:spPr>
          <a:xfrm>
            <a:off x="567000" y="0"/>
            <a:ext cx="11154600" cy="2010600"/>
          </a:xfrm>
          <a:prstGeom prst="rect">
            <a:avLst/>
          </a:prstGeom>
          <a:solidFill>
            <a:srgbClr val="c34d54"/>
          </a:solidFill>
          <a:ln w="936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3" name="CustomShape 3"/>
          <p:cNvSpPr/>
          <p:nvPr/>
        </p:nvSpPr>
        <p:spPr>
          <a:xfrm>
            <a:off x="498960" y="787320"/>
            <a:ext cx="127080" cy="703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latin typeface="Arial"/>
              </a:rPr>
              <a:t>Click to edit the title text format</a:t>
            </a:r>
            <a:endParaRPr b="0" lang="en-GB" sz="4400" spc="-1" strike="noStrike"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latin typeface="Arial"/>
              </a:rPr>
              <a:t>Click to edit the outline text format</a:t>
            </a:r>
            <a:endParaRPr b="0" lang="en-GB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latin typeface="Arial"/>
              </a:rPr>
              <a:t>Second Outline Level</a:t>
            </a:r>
            <a:endParaRPr b="0" lang="en-GB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latin typeface="Arial"/>
              </a:rPr>
              <a:t>Third Outline Level</a:t>
            </a:r>
            <a:endParaRPr b="0" lang="en-GB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latin typeface="Arial"/>
              </a:rPr>
              <a:t>Fourth Outline Level</a:t>
            </a:r>
            <a:endParaRPr b="0" lang="en-GB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Fifth Outline Level</a:t>
            </a:r>
            <a:endParaRPr b="0" lang="en-GB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Sixth Outline Level</a:t>
            </a:r>
            <a:endParaRPr b="0" lang="en-GB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Seventh Outline Level</a:t>
            </a:r>
            <a:endParaRPr b="0" lang="en-GB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123" name="Picture 3" descr=""/>
          <p:cNvPicPr/>
          <p:nvPr/>
        </p:nvPicPr>
        <p:blipFill>
          <a:blip r:embed="rId1"/>
          <a:srcRect l="0" t="1108" r="-2" b="0"/>
          <a:stretch/>
        </p:blipFill>
        <p:spPr>
          <a:xfrm>
            <a:off x="0" y="0"/>
            <a:ext cx="8667360" cy="6856920"/>
          </a:xfrm>
          <a:prstGeom prst="rect">
            <a:avLst/>
          </a:prstGeom>
          <a:ln w="0">
            <a:noFill/>
          </a:ln>
        </p:spPr>
      </p:pic>
      <p:sp>
        <p:nvSpPr>
          <p:cNvPr id="124" name="CustomShape 2"/>
          <p:cNvSpPr/>
          <p:nvPr/>
        </p:nvSpPr>
        <p:spPr>
          <a:xfrm flipH="1">
            <a:off x="3710880" y="0"/>
            <a:ext cx="8479440" cy="685692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TextShape 3"/>
          <p:cNvSpPr/>
          <p:nvPr/>
        </p:nvSpPr>
        <p:spPr>
          <a:xfrm>
            <a:off x="7848720" y="1122480"/>
            <a:ext cx="4022280" cy="32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>
              <a:lnSpc>
                <a:spcPct val="90000"/>
              </a:lnSpc>
            </a:pPr>
            <a:r>
              <a:rPr b="1" lang="es-ES" sz="4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b="0" lang="en-GB" sz="4800" spc="-1" strike="noStrike">
              <a:latin typeface="Arial"/>
            </a:endParaRPr>
          </a:p>
        </p:txBody>
      </p:sp>
      <p:sp>
        <p:nvSpPr>
          <p:cNvPr id="126" name="CustomShape 4"/>
          <p:cNvSpPr/>
          <p:nvPr/>
        </p:nvSpPr>
        <p:spPr>
          <a:xfrm rot="5400000">
            <a:off x="8131680" y="345600"/>
            <a:ext cx="145080" cy="703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7" name="CustomShape 5"/>
          <p:cNvSpPr/>
          <p:nvPr/>
        </p:nvSpPr>
        <p:spPr>
          <a:xfrm>
            <a:off x="7851600" y="4546800"/>
            <a:ext cx="4022280" cy="1728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240">
            <a:solidFill>
              <a:srgbClr val="dbbdb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8" name="CustomShape 6"/>
          <p:cNvSpPr/>
          <p:nvPr/>
        </p:nvSpPr>
        <p:spPr>
          <a:xfrm>
            <a:off x="7848720" y="4872960"/>
            <a:ext cx="402228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411-09</a:t>
            </a: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Sprint 02: Diagrama Casos d’Ús</a:t>
            </a:r>
            <a:endParaRPr b="0" lang="en-GB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Shape 1"/>
          <p:cNvSpPr/>
          <p:nvPr/>
        </p:nvSpPr>
        <p:spPr>
          <a:xfrm>
            <a:off x="1115640" y="548640"/>
            <a:ext cx="10167120" cy="11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Composició de l’equip 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30" name="TextShape 2"/>
          <p:cNvSpPr/>
          <p:nvPr/>
        </p:nvSpPr>
        <p:spPr>
          <a:xfrm>
            <a:off x="854064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24FEED11-6B8D-417E-B370-1C5CA1D48F5A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1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31" name="CustomShape 3"/>
          <p:cNvSpPr/>
          <p:nvPr/>
        </p:nvSpPr>
        <p:spPr>
          <a:xfrm>
            <a:off x="3890520" y="3638520"/>
            <a:ext cx="2315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Òscar Raneda Halminen</a:t>
            </a:r>
            <a:endParaRPr b="0" lang="en-GB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</p:txBody>
      </p:sp>
      <p:sp>
        <p:nvSpPr>
          <p:cNvPr id="132" name="CustomShape 4"/>
          <p:cNvSpPr/>
          <p:nvPr/>
        </p:nvSpPr>
        <p:spPr>
          <a:xfrm>
            <a:off x="6513120" y="3638520"/>
            <a:ext cx="2315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 Pulgarín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133" name="CustomShape 5"/>
          <p:cNvSpPr/>
          <p:nvPr/>
        </p:nvSpPr>
        <p:spPr>
          <a:xfrm>
            <a:off x="3890520" y="5799240"/>
            <a:ext cx="2315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Jan Real López</a:t>
            </a:r>
            <a:br>
              <a:rPr sz="1800"/>
            </a:b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(Scrum master)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134" name="CustomShape 6"/>
          <p:cNvSpPr/>
          <p:nvPr/>
        </p:nvSpPr>
        <p:spPr>
          <a:xfrm>
            <a:off x="6513120" y="5799240"/>
            <a:ext cx="2315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Iker Urruticoechea Puig</a:t>
            </a:r>
            <a:endParaRPr b="0" lang="en-GB" sz="1800" spc="-1" strike="noStrike">
              <a:latin typeface="Arial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6972120" y="4549680"/>
            <a:ext cx="982440" cy="1228680"/>
          </a:xfrm>
          <a:prstGeom prst="rect">
            <a:avLst/>
          </a:prstGeom>
          <a:ln w="0">
            <a:noFill/>
          </a:ln>
        </p:spPr>
      </p:pic>
      <p:pic>
        <p:nvPicPr>
          <p:cNvPr id="136" name="" descr=""/>
          <p:cNvPicPr/>
          <p:nvPr/>
        </p:nvPicPr>
        <p:blipFill>
          <a:blip r:embed="rId2"/>
          <a:srcRect l="13143" t="14756" r="13368" b="18978"/>
          <a:stretch/>
        </p:blipFill>
        <p:spPr>
          <a:xfrm>
            <a:off x="4290480" y="2306520"/>
            <a:ext cx="1106280" cy="1330200"/>
          </a:xfrm>
          <a:prstGeom prst="rect">
            <a:avLst/>
          </a:prstGeom>
          <a:ln w="0">
            <a:noFill/>
          </a:ln>
        </p:spPr>
      </p:pic>
      <p:pic>
        <p:nvPicPr>
          <p:cNvPr id="137" name="" descr=""/>
          <p:cNvPicPr/>
          <p:nvPr/>
        </p:nvPicPr>
        <p:blipFill>
          <a:blip r:embed="rId3"/>
          <a:stretch/>
        </p:blipFill>
        <p:spPr>
          <a:xfrm>
            <a:off x="6873480" y="2384280"/>
            <a:ext cx="977760" cy="1206360"/>
          </a:xfrm>
          <a:prstGeom prst="rect">
            <a:avLst/>
          </a:prstGeom>
          <a:ln w="0">
            <a:noFill/>
          </a:ln>
        </p:spPr>
      </p:pic>
      <p:pic>
        <p:nvPicPr>
          <p:cNvPr id="138" name="" descr=""/>
          <p:cNvPicPr/>
          <p:nvPr/>
        </p:nvPicPr>
        <p:blipFill>
          <a:blip r:embed="rId4"/>
          <a:stretch/>
        </p:blipFill>
        <p:spPr>
          <a:xfrm>
            <a:off x="4343040" y="4572000"/>
            <a:ext cx="1030680" cy="1206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Shape 1"/>
          <p:cNvSpPr/>
          <p:nvPr/>
        </p:nvSpPr>
        <p:spPr>
          <a:xfrm>
            <a:off x="1115640" y="548640"/>
            <a:ext cx="10167120" cy="11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Dades sprint</a:t>
            </a: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40" name="TextShape 2"/>
          <p:cNvSpPr/>
          <p:nvPr/>
        </p:nvSpPr>
        <p:spPr>
          <a:xfrm>
            <a:off x="1115640" y="2477880"/>
            <a:ext cx="10167120" cy="369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28600" indent="-22824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Data començament: 26 d’abril</a:t>
            </a:r>
            <a:endParaRPr b="0" lang="en-GB" sz="2400" spc="-1" strike="noStrike">
              <a:latin typeface="Arial"/>
            </a:endParaRPr>
          </a:p>
          <a:p>
            <a:pPr marL="228600" indent="-22824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Dates lliuraments Campus Virtual: 3 de maig, 6 de maig</a:t>
            </a:r>
            <a:endParaRPr b="0" lang="en-GB" sz="2400" spc="-1" strike="noStrike">
              <a:latin typeface="Arial"/>
            </a:endParaRPr>
          </a:p>
          <a:p>
            <a:pPr marL="228600" indent="-22824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Dades presentacions sprint: 4 de maig, 7 de maig</a:t>
            </a:r>
            <a:endParaRPr b="0" lang="en-GB" sz="2400" spc="-1" strike="noStrike">
              <a:latin typeface="Arial"/>
            </a:endParaRPr>
          </a:p>
          <a:p>
            <a:pPr marL="228600" indent="-22824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Data finalització sprint: 10 de maig</a:t>
            </a:r>
            <a:endParaRPr b="0" lang="en-GB" sz="2400" spc="-1" strike="noStrike">
              <a:latin typeface="Arial"/>
            </a:endParaRPr>
          </a:p>
        </p:txBody>
      </p:sp>
      <p:sp>
        <p:nvSpPr>
          <p:cNvPr id="141" name="TextShape 3"/>
          <p:cNvSpPr/>
          <p:nvPr/>
        </p:nvSpPr>
        <p:spPr>
          <a:xfrm>
            <a:off x="854064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7D229B37-E73E-4C3A-87FB-FED026243345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Shape 1"/>
          <p:cNvSpPr/>
          <p:nvPr/>
        </p:nvSpPr>
        <p:spPr>
          <a:xfrm>
            <a:off x="1115640" y="548640"/>
            <a:ext cx="10167120" cy="11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Tasques fetes al sprint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43" name="TextShape 2"/>
          <p:cNvSpPr/>
          <p:nvPr/>
        </p:nvSpPr>
        <p:spPr>
          <a:xfrm>
            <a:off x="854064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9CD811DD-0210-4795-8982-4C577DC71BAA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428760" y="2198880"/>
            <a:ext cx="10019880" cy="22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Tasques realitzades aquest sprint: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1: Diagrama casos d’ús (encarregat: Jan</a:t>
            </a: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 Real)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2: Formatejar el document de requisits (encarregat: </a:t>
            </a: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3: Agrupar requisits en històries d’usuari (encarregat: Òscar Raneda, </a:t>
            </a: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</a:t>
            </a: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4: Fer la presentació (encarregat: Iker Urruticoechea)</a:t>
            </a:r>
            <a:endParaRPr b="0" lang="en-GB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Shape 1"/>
          <p:cNvSpPr/>
          <p:nvPr/>
        </p:nvSpPr>
        <p:spPr>
          <a:xfrm>
            <a:off x="1115640" y="548640"/>
            <a:ext cx="10167120" cy="11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Casos d’Ús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46" name="TextShape 2"/>
          <p:cNvSpPr/>
          <p:nvPr/>
        </p:nvSpPr>
        <p:spPr>
          <a:xfrm>
            <a:off x="854064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DD9F1792-BF07-4D35-A26E-44273F596B25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5387400" cy="4007880"/>
          </a:xfrm>
          <a:prstGeom prst="rect">
            <a:avLst/>
          </a:prstGeom>
          <a:ln w="0">
            <a:noFill/>
          </a:ln>
        </p:spPr>
      </p:pic>
      <p:pic>
        <p:nvPicPr>
          <p:cNvPr id="148" name="" descr=""/>
          <p:cNvPicPr/>
          <p:nvPr/>
        </p:nvPicPr>
        <p:blipFill>
          <a:blip r:embed="rId2"/>
          <a:stretch/>
        </p:blipFill>
        <p:spPr>
          <a:xfrm>
            <a:off x="6287400" y="2229120"/>
            <a:ext cx="5052600" cy="3854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Shape 4"/>
          <p:cNvSpPr/>
          <p:nvPr/>
        </p:nvSpPr>
        <p:spPr>
          <a:xfrm>
            <a:off x="1115640" y="548640"/>
            <a:ext cx="10167120" cy="11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Casos d’Ús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50" name="TextShape 5"/>
          <p:cNvSpPr/>
          <p:nvPr/>
        </p:nvSpPr>
        <p:spPr>
          <a:xfrm>
            <a:off x="854064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8AA25B91-CEA9-4AD1-A56F-B3634A398EB6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1"/>
          <a:stretch/>
        </p:blipFill>
        <p:spPr>
          <a:xfrm>
            <a:off x="3606840" y="2160000"/>
            <a:ext cx="4673160" cy="413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Shape 1"/>
          <p:cNvSpPr/>
          <p:nvPr/>
        </p:nvSpPr>
        <p:spPr>
          <a:xfrm>
            <a:off x="1115640" y="548640"/>
            <a:ext cx="10167120" cy="11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s-ES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Burn-down chart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53" name="TextShape 2"/>
          <p:cNvSpPr/>
          <p:nvPr/>
        </p:nvSpPr>
        <p:spPr>
          <a:xfrm>
            <a:off x="854064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33CD137E-BAF5-43AB-BE8E-87D47BFCB5BE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428760" y="2198880"/>
            <a:ext cx="1126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 aquesta transparència volem el vostre burn-down Chart per aquest sprint</a:t>
            </a:r>
            <a:endParaRPr b="0" lang="en-GB" sz="1800" spc="-1" strike="noStrike"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2700000" y="2593080"/>
            <a:ext cx="6840000" cy="4127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157" name="Picture 3" descr=""/>
          <p:cNvPicPr/>
          <p:nvPr/>
        </p:nvPicPr>
        <p:blipFill>
          <a:blip r:embed="rId1"/>
          <a:srcRect l="0" t="1108" r="-2" b="0"/>
          <a:stretch/>
        </p:blipFill>
        <p:spPr>
          <a:xfrm>
            <a:off x="0" y="0"/>
            <a:ext cx="8667360" cy="6856920"/>
          </a:xfrm>
          <a:prstGeom prst="rect">
            <a:avLst/>
          </a:prstGeom>
          <a:ln w="0">
            <a:noFill/>
          </a:ln>
        </p:spPr>
      </p:pic>
      <p:sp>
        <p:nvSpPr>
          <p:cNvPr id="158" name="CustomShape 2"/>
          <p:cNvSpPr/>
          <p:nvPr/>
        </p:nvSpPr>
        <p:spPr>
          <a:xfrm flipH="1">
            <a:off x="3710880" y="0"/>
            <a:ext cx="8479440" cy="685692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9" name="TextShape 3"/>
          <p:cNvSpPr/>
          <p:nvPr/>
        </p:nvSpPr>
        <p:spPr>
          <a:xfrm>
            <a:off x="7848720" y="1122480"/>
            <a:ext cx="4022280" cy="32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>
              <a:lnSpc>
                <a:spcPct val="90000"/>
              </a:lnSpc>
            </a:pPr>
            <a:r>
              <a:rPr b="1" lang="es-ES" sz="4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b="0" lang="en-GB" sz="4800" spc="-1" strike="noStrike">
              <a:latin typeface="Arial"/>
            </a:endParaRPr>
          </a:p>
        </p:txBody>
      </p:sp>
      <p:sp>
        <p:nvSpPr>
          <p:cNvPr id="160" name="CustomShape 4"/>
          <p:cNvSpPr/>
          <p:nvPr/>
        </p:nvSpPr>
        <p:spPr>
          <a:xfrm rot="5400000">
            <a:off x="8131680" y="345600"/>
            <a:ext cx="145080" cy="703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1" name="CustomShape 5"/>
          <p:cNvSpPr/>
          <p:nvPr/>
        </p:nvSpPr>
        <p:spPr>
          <a:xfrm>
            <a:off x="7851600" y="4546800"/>
            <a:ext cx="4022280" cy="1728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240">
            <a:solidFill>
              <a:srgbClr val="dbbdb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2" name="CustomShape 6"/>
          <p:cNvSpPr/>
          <p:nvPr/>
        </p:nvSpPr>
        <p:spPr>
          <a:xfrm>
            <a:off x="7848720" y="4872960"/>
            <a:ext cx="402228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411-09</a:t>
            </a: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Sprint 02: Diagrama Casos d’Ús</a:t>
            </a:r>
            <a:endParaRPr b="0" lang="en-GB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7792</TotalTime>
  <Application>View_PPTX_PLUS/7.4.0.3$Windows_X86_64 LibreOffice_project/</Application>
  <AppVersion>15.0000</AppVersion>
  <Words>238</Words>
  <Paragraphs>42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2023-02-10T08:32:17Z</dcterms:created>
  <dc:creator>Jorge Bernal del Nozal</dc:creator>
  <dc:description/>
  <dc:language>en-GB</dc:language>
  <cp:lastModifiedBy/>
  <dcterms:modified xsi:type="dcterms:W3CDTF">2026-05-03T20:55:09Z</dcterms:modified>
  <cp:revision>39</cp:revision>
  <dc:subject/>
  <dc:title>Enginyeria del Software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mplianceAssetId">
    <vt:lpwstr/>
  </property>
  <property fmtid="{D5CDD505-2E9C-101B-9397-08002B2CF9AE}" pid="3" name="ContentTypeId">
    <vt:lpwstr>0x01010063BD3DC6F0E81D4FA56575A4B7B24AF5</vt:lpwstr>
  </property>
  <property fmtid="{D5CDD505-2E9C-101B-9397-08002B2CF9AE}" pid="4" name="HiddenSlides">
    <vt:i4>0</vt:i4>
  </property>
  <property fmtid="{D5CDD505-2E9C-101B-9397-08002B2CF9AE}" pid="5" name="HyperlinksChanged">
    <vt:bool>0</vt:bool>
  </property>
  <property fmtid="{D5CDD505-2E9C-101B-9397-08002B2CF9AE}" pid="6" name="LinksUpToDate">
    <vt:bool>0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Order">
    <vt:i4>1700</vt:i4>
  </property>
  <property fmtid="{D5CDD505-2E9C-101B-9397-08002B2CF9AE}" pid="10" name="PresentationFormat">
    <vt:lpwstr>Panorámica</vt:lpwstr>
  </property>
  <property fmtid="{D5CDD505-2E9C-101B-9397-08002B2CF9AE}" pid="11" name="ScaleCrop">
    <vt:bool>0</vt:bool>
  </property>
  <property fmtid="{D5CDD505-2E9C-101B-9397-08002B2CF9AE}" pid="12" name="ShareDoc">
    <vt:bool>0</vt:bool>
  </property>
  <property fmtid="{D5CDD505-2E9C-101B-9397-08002B2CF9AE}" pid="13" name="Slides">
    <vt:i4>7</vt:i4>
  </property>
  <property fmtid="{D5CDD505-2E9C-101B-9397-08002B2CF9AE}" pid="14" name="TriggerFlowInfo">
    <vt:lpwstr/>
  </property>
  <property fmtid="{D5CDD505-2E9C-101B-9397-08002B2CF9AE}" pid="15" name="_ExtendedDescription">
    <vt:lpwstr/>
  </property>
</Properties>
</file>