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  <p:sldMasterId id="2147483661" r:id="rId2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3587" cy="6858000"/>
  <p:notesSz cx="7559675" cy="10691812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394059152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537540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 algn="ctr">
              <a:defRPr/>
            </a:pPr>
            <a:r>
              <a:rPr lang="en-GB" sz="4400" b="0" strike="noStrike" spc="-1">
                <a:latin typeface="Arial"/>
              </a:rPr>
              <a:t>Click to move the slide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1158691730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>
              <a:defRPr/>
            </a:pPr>
            <a:r>
              <a:rPr lang="en-GB" sz="2000" b="0" strike="noStrike" spc="-1">
                <a:latin typeface="Arial"/>
              </a:rPr>
              <a:t>Click to edit the notes format</a:t>
            </a:r>
            <a:endParaRPr lang="en-GB" sz="2000" b="0" strike="noStrike" spc="-1">
              <a:latin typeface="Arial"/>
            </a:endParaRPr>
          </a:p>
        </p:txBody>
      </p:sp>
      <p:sp>
        <p:nvSpPr>
          <p:cNvPr id="842656761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>
              <a:defRPr/>
            </a:pPr>
            <a:r>
              <a:rPr lang="en-GB" sz="1400" b="0" strike="noStrike" spc="-1">
                <a:latin typeface="Times New Roman"/>
              </a:rPr>
              <a:t>&lt;header&gt;</a:t>
            </a:r>
            <a:endParaRPr lang="en-GB" sz="1400" b="0" strike="noStrike" spc="-1">
              <a:latin typeface="Times New Roman"/>
            </a:endParaRPr>
          </a:p>
        </p:txBody>
      </p:sp>
      <p:sp>
        <p:nvSpPr>
          <p:cNvPr id="118849315" name="PlaceHolder 4"/>
          <p:cNvSpPr>
            <a:spLocks noGrp="1"/>
          </p:cNvSpPr>
          <p:nvPr>
            <p:ph type="dt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 algn="r">
              <a:defRPr/>
            </a:pPr>
            <a:r>
              <a:rPr lang="en-GB" sz="1400" b="0" strike="noStrike" spc="-1">
                <a:latin typeface="Times New Roman"/>
              </a:rPr>
              <a:t>&lt;date/time&gt;</a:t>
            </a:r>
            <a:endParaRPr lang="en-GB" sz="1400" b="0" strike="noStrike" spc="-1">
              <a:latin typeface="Times New Roman"/>
            </a:endParaRPr>
          </a:p>
        </p:txBody>
      </p:sp>
      <p:sp>
        <p:nvSpPr>
          <p:cNvPr id="1770758815" name="PlaceHolder 5"/>
          <p:cNvSpPr>
            <a:spLocks noGrp="1"/>
          </p:cNvSpPr>
          <p:nvPr>
            <p:ph type="ftr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p>
            <a:pPr>
              <a:defRPr/>
            </a:pPr>
            <a:r>
              <a:rPr lang="en-GB" sz="1400" b="0" strike="noStrike" spc="-1">
                <a:latin typeface="Times New Roman"/>
              </a:rPr>
              <a:t>&lt;footer&gt;</a:t>
            </a:r>
            <a:endParaRPr lang="en-GB" sz="1400" b="0" strike="noStrike" spc="-1">
              <a:latin typeface="Times New Roman"/>
            </a:endParaRPr>
          </a:p>
        </p:txBody>
      </p:sp>
      <p:sp>
        <p:nvSpPr>
          <p:cNvPr id="702674547" name="PlaceHolder 6"/>
          <p:cNvSpPr>
            <a:spLocks noGrp="1"/>
          </p:cNvSpPr>
          <p:nvPr>
            <p:ph type="sldNum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p>
            <a:pPr algn="r">
              <a:defRPr/>
            </a:pPr>
            <a:fld id="{7CD1CFE3-E65F-4C2C-8AAB-4E83E7B23311}" type="slidenum">
              <a:rPr lang="en-GB" sz="1400" b="0" strike="noStrike" spc="-1">
                <a:latin typeface="Times New Roman"/>
              </a:rPr>
              <a:t>&lt;number&gt;</a:t>
            </a:fld>
            <a:endParaRPr lang="en-GB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61480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2913551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674485636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309805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74518066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824192816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76186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208189434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548773250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912296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29581060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607198721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6472480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34478455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511113591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68109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64780904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53965030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08997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6981544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957270223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38368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85424718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622677163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019354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54082929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1863683926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6957602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97799570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0">
              <a:latin typeface="Arial"/>
            </a:endParaRPr>
          </a:p>
        </p:txBody>
      </p:sp>
      <p:sp>
        <p:nvSpPr>
          <p:cNvPr id="1841757017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067616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21291074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369531495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005220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53434352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547178021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375143" name="PlaceHolder 1"/>
          <p:cNvSpPr>
            <a:spLocks noGrp="1"/>
          </p:cNvSpPr>
          <p:nvPr>
            <p:ph type="sldImg"/>
          </p:nvPr>
        </p:nvSpPr>
        <p:spPr bwMode="auto"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79373838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>
              <a:defRPr/>
            </a:pPr>
            <a:endParaRPr lang="en-GB" sz="2000" b="0" strike="noStrike" spc="-1">
              <a:latin typeface="Arial"/>
            </a:endParaRPr>
          </a:p>
        </p:txBody>
      </p:sp>
      <p:sp>
        <p:nvSpPr>
          <p:cNvPr id="872566839" name="CustomShape 3"/>
          <p:cNvSpPr/>
          <p:nvPr/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002777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934432759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9841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973077140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714146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433002199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282651245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289859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nly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591352" name="PlaceHolder 1"/>
          <p:cNvSpPr>
            <a:spLocks noGrp="1"/>
          </p:cNvSpPr>
          <p:nvPr>
            <p:ph type="subTitle"/>
          </p:nvPr>
        </p:nvSpPr>
        <p:spPr bwMode="auto">
          <a:xfrm>
            <a:off x="576000" y="2136240"/>
            <a:ext cx="11032200" cy="530964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AndObj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6946150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831017841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24166575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351334248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AndTwoObj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388180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338008899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957577725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803639979" name="PlaceHolder 4"/>
          <p:cNvSpPr>
            <a:spLocks noGrp="1"/>
          </p:cNvSpPr>
          <p:nvPr>
            <p:ph type="body"/>
          </p:nvPr>
        </p:nvSpPr>
        <p:spPr bwMode="auto"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OverTx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175238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678714311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463514917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202258083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verTx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70668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340671636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716000003" name="PlaceHolder 3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fourObj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458439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546985785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29944199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929026795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221451124" name="PlaceHolder 5"/>
          <p:cNvSpPr>
            <a:spLocks noGrp="1"/>
          </p:cNvSpPr>
          <p:nvPr>
            <p:ph type="body"/>
          </p:nvPr>
        </p:nvSpPr>
        <p:spPr bwMode="auto"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85267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945625088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939662377" name="PlaceHolder 3"/>
          <p:cNvSpPr>
            <a:spLocks noGrp="1"/>
          </p:cNvSpPr>
          <p:nvPr>
            <p:ph type="body"/>
          </p:nvPr>
        </p:nvSpPr>
        <p:spPr bwMode="auto">
          <a:xfrm>
            <a:off x="431856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908887527" name="PlaceHolder 4"/>
          <p:cNvSpPr>
            <a:spLocks noGrp="1"/>
          </p:cNvSpPr>
          <p:nvPr>
            <p:ph type="body"/>
          </p:nvPr>
        </p:nvSpPr>
        <p:spPr bwMode="auto">
          <a:xfrm>
            <a:off x="802728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807127774" name="PlaceHolder 5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600659690" name="PlaceHolder 6"/>
          <p:cNvSpPr>
            <a:spLocks noGrp="1"/>
          </p:cNvSpPr>
          <p:nvPr>
            <p:ph type="body"/>
          </p:nvPr>
        </p:nvSpPr>
        <p:spPr bwMode="auto">
          <a:xfrm>
            <a:off x="431856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710781916" name="PlaceHolder 7"/>
          <p:cNvSpPr>
            <a:spLocks noGrp="1"/>
          </p:cNvSpPr>
          <p:nvPr>
            <p:ph type="body"/>
          </p:nvPr>
        </p:nvSpPr>
        <p:spPr bwMode="auto">
          <a:xfrm>
            <a:off x="802728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275341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958261632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967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667596445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19091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602606963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51250010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708368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nly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00504" name="PlaceHolder 1"/>
          <p:cNvSpPr>
            <a:spLocks noGrp="1"/>
          </p:cNvSpPr>
          <p:nvPr>
            <p:ph type="subTitle"/>
          </p:nvPr>
        </p:nvSpPr>
        <p:spPr bwMode="auto">
          <a:xfrm>
            <a:off x="576000" y="2136240"/>
            <a:ext cx="11032200" cy="530964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AndObj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745919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2123473561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746151801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88283592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AndTwoObj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712143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812526039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875058579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368354225" name="PlaceHolder 4"/>
          <p:cNvSpPr>
            <a:spLocks noGrp="1"/>
          </p:cNvSpPr>
          <p:nvPr>
            <p:ph type="body"/>
          </p:nvPr>
        </p:nvSpPr>
        <p:spPr bwMode="auto"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OverTx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834433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211799574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420221081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497507004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verTx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811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610551720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704842041" name="PlaceHolder 3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fourObj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49512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988594229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459438366" name="PlaceHolder 3"/>
          <p:cNvSpPr>
            <a:spLocks noGrp="1"/>
          </p:cNvSpPr>
          <p:nvPr>
            <p:ph type="body"/>
          </p:nvPr>
        </p:nvSpPr>
        <p:spPr bwMode="auto"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957721264" name="PlaceHolder 4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228377570" name="PlaceHolder 5"/>
          <p:cNvSpPr>
            <a:spLocks noGrp="1"/>
          </p:cNvSpPr>
          <p:nvPr>
            <p:ph type="body"/>
          </p:nvPr>
        </p:nvSpPr>
        <p:spPr bwMode="auto"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87782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 algn="ctr">
              <a:defRPr/>
            </a:pPr>
            <a:endParaRPr lang="en-GB" sz="4400" b="0" strike="noStrike" spc="-1">
              <a:latin typeface="Arial"/>
            </a:endParaRPr>
          </a:p>
        </p:txBody>
      </p:sp>
      <p:sp>
        <p:nvSpPr>
          <p:cNvPr id="1881976725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391605200" name="PlaceHolder 3"/>
          <p:cNvSpPr>
            <a:spLocks noGrp="1"/>
          </p:cNvSpPr>
          <p:nvPr>
            <p:ph type="body"/>
          </p:nvPr>
        </p:nvSpPr>
        <p:spPr bwMode="auto">
          <a:xfrm>
            <a:off x="431856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57946204" name="PlaceHolder 4"/>
          <p:cNvSpPr>
            <a:spLocks noGrp="1"/>
          </p:cNvSpPr>
          <p:nvPr>
            <p:ph type="body"/>
          </p:nvPr>
        </p:nvSpPr>
        <p:spPr bwMode="auto">
          <a:xfrm>
            <a:off x="8027280" y="16048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1502498447" name="PlaceHolder 5"/>
          <p:cNvSpPr>
            <a:spLocks noGrp="1"/>
          </p:cNvSpPr>
          <p:nvPr>
            <p:ph type="body"/>
          </p:nvPr>
        </p:nvSpPr>
        <p:spPr bwMode="auto">
          <a:xfrm>
            <a:off x="60948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292223525" name="PlaceHolder 6"/>
          <p:cNvSpPr>
            <a:spLocks noGrp="1"/>
          </p:cNvSpPr>
          <p:nvPr>
            <p:ph type="body"/>
          </p:nvPr>
        </p:nvSpPr>
        <p:spPr bwMode="auto">
          <a:xfrm>
            <a:off x="431856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  <p:sp>
        <p:nvSpPr>
          <p:cNvPr id="797560774" name="PlaceHolder 7"/>
          <p:cNvSpPr>
            <a:spLocks noGrp="1"/>
          </p:cNvSpPr>
          <p:nvPr>
            <p:ph type="body"/>
          </p:nvPr>
        </p:nvSpPr>
        <p:spPr bwMode="auto">
          <a:xfrm>
            <a:off x="8027280" y="3680280"/>
            <a:ext cx="3531960" cy="189504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>
              <a:defRPr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921336" name="CustomShape 1"/>
          <p:cNvSpPr/>
          <p:nvPr/>
        </p:nvSpPr>
        <p:spPr bwMode="auto">
          <a:xfrm rot="5400000">
            <a:off x="86580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345159" name="CustomShape 2"/>
          <p:cNvSpPr/>
          <p:nvPr/>
        </p:nvSpPr>
        <p:spPr bwMode="auto">
          <a:xfrm flipV="1">
            <a:off x="577800" y="4496400"/>
            <a:ext cx="11032560" cy="16920"/>
          </a:xfrm>
          <a:prstGeom prst="rect">
            <a:avLst/>
          </a:prstGeom>
          <a:solidFill>
            <a:srgbClr val="DBBDB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3933363" name="PlaceHolder 3"/>
          <p:cNvSpPr>
            <a:spLocks noGrp="1"/>
          </p:cNvSpPr>
          <p:nvPr>
            <p:ph type="title"/>
          </p:nvPr>
        </p:nvSpPr>
        <p:spPr bwMode="auto"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p>
            <a:pPr>
              <a:defRPr/>
            </a:pPr>
            <a:r>
              <a:rPr lang="en-GB" sz="1800" b="0" strike="noStrike" spc="-1">
                <a:latin typeface="Arial"/>
              </a:rPr>
              <a:t>Click to edit the title text format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174502934" name="PlaceHolder 4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latin typeface="Arial"/>
              </a:rPr>
              <a:t>Click to edit the outline text format</a:t>
            </a:r>
            <a:endParaRPr lang="en-GB" sz="1800" b="0" strike="noStrike" spc="-1"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GB" sz="1800" b="0" strike="noStrike" spc="-1">
                <a:latin typeface="Arial"/>
              </a:rPr>
              <a:t>Second Outline Level</a:t>
            </a:r>
            <a:endParaRPr lang="en-GB" sz="1800" b="0" strike="noStrike" spc="-1"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latin typeface="Arial"/>
              </a:rPr>
              <a:t>Third Outline Level</a:t>
            </a:r>
            <a:endParaRPr lang="en-GB" sz="1800" b="0" strike="noStrike" spc="-1"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GB" sz="1800" b="0" strike="noStrike" spc="-1">
                <a:latin typeface="Arial"/>
              </a:rPr>
              <a:t>Fourth Outline Level</a:t>
            </a:r>
            <a:endParaRPr lang="en-GB" sz="1800" b="0" strike="noStrike" spc="-1"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latin typeface="Arial"/>
              </a:rPr>
              <a:t>Fifth Outline Level</a:t>
            </a:r>
            <a:endParaRPr lang="en-GB" sz="1800" b="0" strike="noStrike" spc="-1"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latin typeface="Arial"/>
              </a:rPr>
              <a:t>Sixth Outline Level</a:t>
            </a:r>
            <a:endParaRPr lang="en-GB" sz="1800" b="0" strike="noStrike" spc="-1"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latin typeface="Arial"/>
              </a:rPr>
              <a:t>Seventh Outline Level</a:t>
            </a:r>
            <a:endParaRPr lang="en-GB" sz="1800" b="0" strike="noStrike" spc="-1"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66349" name="CustomShape 1"/>
          <p:cNvSpPr/>
          <p:nvPr/>
        </p:nvSpPr>
        <p:spPr bwMode="auto">
          <a:xfrm>
            <a:off x="558720" y="0"/>
            <a:ext cx="11165760" cy="201708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0244633" name="CustomShape 2"/>
          <p:cNvSpPr/>
          <p:nvPr/>
        </p:nvSpPr>
        <p:spPr bwMode="auto">
          <a:xfrm>
            <a:off x="566640" y="0"/>
            <a:ext cx="11154600" cy="201060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4627349" name="CustomShape 3"/>
          <p:cNvSpPr/>
          <p:nvPr/>
        </p:nvSpPr>
        <p:spPr bwMode="auto">
          <a:xfrm>
            <a:off x="498600" y="787320"/>
            <a:ext cx="126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546632" name="PlaceHolder 4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352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p>
            <a:pPr algn="ctr">
              <a:defRPr/>
            </a:pPr>
            <a:r>
              <a:rPr lang="en-GB" sz="4400" b="0" strike="noStrike" spc="-1">
                <a:latin typeface="Arial"/>
              </a:rPr>
              <a:t>Click to edit the title text format</a:t>
            </a:r>
            <a:endParaRPr lang="en-GB" sz="4400" b="0" strike="noStrike" spc="-1">
              <a:latin typeface="Arial"/>
            </a:endParaRPr>
          </a:p>
        </p:txBody>
      </p:sp>
      <p:sp>
        <p:nvSpPr>
          <p:cNvPr id="1321741867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3520" cy="3977280"/>
          </a:xfrm>
          <a:prstGeom prst="rect">
            <a:avLst/>
          </a:prstGeom>
        </p:spPr>
        <p:txBody>
          <a:bodyPr lIns="0" tIns="0" r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3200" b="0" strike="noStrike" spc="-1">
                <a:latin typeface="Arial"/>
              </a:rPr>
              <a:t>Click to edit the outline text format</a:t>
            </a:r>
            <a:endParaRPr lang="en-GB" sz="3200" b="0" strike="noStrike" spc="-1"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GB" sz="2800" b="0" strike="noStrike" spc="-1">
                <a:latin typeface="Arial"/>
              </a:rPr>
              <a:t>Second Outline Level</a:t>
            </a:r>
            <a:endParaRPr lang="en-GB" sz="2800" b="0" strike="noStrike" spc="-1"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2400" b="0" strike="noStrike" spc="-1">
                <a:latin typeface="Arial"/>
              </a:rPr>
              <a:t>Third Outline Level</a:t>
            </a:r>
            <a:endParaRPr lang="en-GB" sz="2400" b="0" strike="noStrike" spc="-1"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GB" sz="2000" b="0" strike="noStrike" spc="-1">
                <a:latin typeface="Arial"/>
              </a:rPr>
              <a:t>Fourth Outline Level</a:t>
            </a:r>
            <a:endParaRPr lang="en-GB" sz="2000" b="0" strike="noStrike" spc="-1"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2000" b="0" strike="noStrike" spc="-1">
                <a:latin typeface="Arial"/>
              </a:rPr>
              <a:t>Fifth Outline Level</a:t>
            </a:r>
            <a:endParaRPr lang="en-GB" sz="2000" b="0" strike="noStrike" spc="-1"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2000" b="0" strike="noStrike" spc="-1">
                <a:latin typeface="Arial"/>
              </a:rPr>
              <a:t>Sixth Outline Level</a:t>
            </a:r>
            <a:endParaRPr lang="en-GB" sz="2000" b="0" strike="noStrike" spc="-1"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2000" b="0" strike="noStrike" spc="-1">
                <a:latin typeface="Arial"/>
              </a:rPr>
              <a:t>Seventh Outline Level</a:t>
            </a:r>
            <a:endParaRPr lang="en-GB" sz="2000" b="0" strike="noStrike" spc="-1"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trello.com/b/2sgNzUXf/es26uab-411-09" TargetMode="External"/><Relationship Id="rId4" Type="http://schemas.openxmlformats.org/officeDocument/2006/relationships/hyperlink" Target="https://github.com/oscar-123458/ES26UAB-411-09" TargetMode="Externa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426541" name="CustomShape 1"/>
          <p:cNvSpPr/>
          <p:nvPr/>
        </p:nvSpPr>
        <p:spPr bwMode="auto">
          <a:xfrm>
            <a:off x="0" y="0"/>
            <a:ext cx="12189600" cy="68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71394584" name="" descr=""/>
          <p:cNvPicPr/>
          <p:nvPr/>
        </p:nvPicPr>
        <p:blipFill rotWithShape="1">
          <a:blip r:embed="rId3"/>
          <a:srcRect l="0" t="1105" r="0" b="0"/>
          <a:stretch/>
        </p:blipFill>
        <p:spPr bwMode="auto">
          <a:xfrm>
            <a:off x="0" y="0"/>
            <a:ext cx="8667000" cy="6855840"/>
          </a:xfrm>
          <a:prstGeom prst="rect">
            <a:avLst/>
          </a:prstGeom>
          <a:ln>
            <a:noFill/>
          </a:ln>
        </p:spPr>
      </p:pic>
      <p:sp>
        <p:nvSpPr>
          <p:cNvPr id="335122924" name="CustomShape 2"/>
          <p:cNvSpPr/>
          <p:nvPr/>
        </p:nvSpPr>
        <p:spPr bwMode="auto">
          <a:xfrm flipH="1">
            <a:off x="3710880" y="0"/>
            <a:ext cx="8478000" cy="68558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87067095" name="CustomShape 3"/>
          <p:cNvSpPr/>
          <p:nvPr/>
        </p:nvSpPr>
        <p:spPr bwMode="auto">
          <a:xfrm>
            <a:off x="7848720" y="1122480"/>
            <a:ext cx="4021920" cy="320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8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lang="en-GB" sz="4800" b="0" strike="noStrike" spc="-1">
              <a:latin typeface="Arial"/>
            </a:endParaRPr>
          </a:p>
        </p:txBody>
      </p:sp>
      <p:sp>
        <p:nvSpPr>
          <p:cNvPr id="1283686190" name="CustomShape 4"/>
          <p:cNvSpPr/>
          <p:nvPr/>
        </p:nvSpPr>
        <p:spPr bwMode="auto">
          <a:xfrm rot="5400000">
            <a:off x="813816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3639103" name="CustomShape 5"/>
          <p:cNvSpPr/>
          <p:nvPr/>
        </p:nvSpPr>
        <p:spPr bwMode="auto">
          <a:xfrm>
            <a:off x="7851600" y="4546440"/>
            <a:ext cx="4022280" cy="1692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850474" name="CustomShape 6"/>
          <p:cNvSpPr/>
          <p:nvPr/>
        </p:nvSpPr>
        <p:spPr bwMode="auto">
          <a:xfrm>
            <a:off x="7848720" y="4873680"/>
            <a:ext cx="4021920" cy="135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r>
              <a:rPr lang="en-GB" sz="14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411-08</a:t>
            </a:r>
            <a:endParaRPr lang="en-GB" sz="14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endParaRPr lang="en-GB" sz="14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r>
              <a:rPr lang="en-GB" sz="14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lang="en-GB" sz="14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136678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Composició de l’equip 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1035990797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7E1CC93A-1F41-49E1-A2D4-FD66968283C1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1209608567" name="CustomShape 3"/>
          <p:cNvSpPr/>
          <p:nvPr/>
        </p:nvSpPr>
        <p:spPr bwMode="auto">
          <a:xfrm>
            <a:off x="3890880" y="3638519"/>
            <a:ext cx="2316960" cy="912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>
              <a:lnSpc>
                <a:spcPct val="100000"/>
              </a:lnSpc>
              <a:defRPr/>
            </a:pPr>
            <a:r>
              <a:rPr lang="en-GB" sz="18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Òscar Raneda Halminen</a:t>
            </a:r>
            <a:endParaRPr lang="en-GB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(Scrum master)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673821467" name="CustomShape 4"/>
          <p:cNvSpPr/>
          <p:nvPr/>
        </p:nvSpPr>
        <p:spPr bwMode="auto">
          <a:xfrm>
            <a:off x="6513480" y="3638519"/>
            <a:ext cx="23169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Adam Pérez Pulgarín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1649488897" name="CustomShape 5"/>
          <p:cNvSpPr/>
          <p:nvPr/>
        </p:nvSpPr>
        <p:spPr bwMode="auto">
          <a:xfrm>
            <a:off x="3890880" y="5799240"/>
            <a:ext cx="23169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Jan Real López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1804514033" name="CustomShape 6"/>
          <p:cNvSpPr/>
          <p:nvPr/>
        </p:nvSpPr>
        <p:spPr bwMode="auto">
          <a:xfrm>
            <a:off x="6513480" y="5799240"/>
            <a:ext cx="23169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Iker Urruticoechea Puig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168278052" name="CustomShape 7"/>
          <p:cNvSpPr/>
          <p:nvPr/>
        </p:nvSpPr>
        <p:spPr bwMode="auto">
          <a:xfrm>
            <a:off x="6613560" y="3166920"/>
            <a:ext cx="4298040" cy="912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64539066" name="" descr=""/>
          <p:cNvPicPr/>
          <p:nvPr/>
        </p:nvPicPr>
        <p:blipFill rotWithShape="1">
          <a:blip r:embed="rId3"/>
          <a:stretch/>
        </p:blipFill>
        <p:spPr bwMode="auto">
          <a:xfrm>
            <a:off x="6972480" y="4549680"/>
            <a:ext cx="983520" cy="1229759"/>
          </a:xfrm>
          <a:prstGeom prst="rect">
            <a:avLst/>
          </a:prstGeom>
          <a:ln>
            <a:noFill/>
          </a:ln>
        </p:spPr>
      </p:pic>
      <p:pic>
        <p:nvPicPr>
          <p:cNvPr id="376540488" name="" descr=""/>
          <p:cNvPicPr/>
          <p:nvPr/>
        </p:nvPicPr>
        <p:blipFill rotWithShape="1">
          <a:blip r:embed="rId4"/>
          <a:srcRect l="13143" t="14756" r="13367" b="18978"/>
          <a:stretch/>
        </p:blipFill>
        <p:spPr bwMode="auto">
          <a:xfrm>
            <a:off x="4290840" y="2306519"/>
            <a:ext cx="1107360" cy="1331280"/>
          </a:xfrm>
          <a:prstGeom prst="rect">
            <a:avLst/>
          </a:prstGeom>
          <a:ln>
            <a:noFill/>
          </a:ln>
        </p:spPr>
      </p:pic>
      <p:pic>
        <p:nvPicPr>
          <p:cNvPr id="2075967234" name="" descr=""/>
          <p:cNvPicPr/>
          <p:nvPr/>
        </p:nvPicPr>
        <p:blipFill rotWithShape="1">
          <a:blip r:embed="rId5"/>
          <a:stretch/>
        </p:blipFill>
        <p:spPr bwMode="auto">
          <a:xfrm>
            <a:off x="6873840" y="2384280"/>
            <a:ext cx="978840" cy="1207440"/>
          </a:xfrm>
          <a:prstGeom prst="rect">
            <a:avLst/>
          </a:prstGeom>
          <a:ln>
            <a:noFill/>
          </a:ln>
        </p:spPr>
      </p:pic>
      <p:pic>
        <p:nvPicPr>
          <p:cNvPr id="1963376950" name="" descr=""/>
          <p:cNvPicPr/>
          <p:nvPr/>
        </p:nvPicPr>
        <p:blipFill rotWithShape="1">
          <a:blip r:embed="rId6"/>
          <a:stretch/>
        </p:blipFill>
        <p:spPr bwMode="auto">
          <a:xfrm>
            <a:off x="4343400" y="4572000"/>
            <a:ext cx="1031760" cy="12074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28596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Tasques fetes al sprint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1901439347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028E1876-0216-45E5-B743-4BCFD23A706D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1123693312" name="CustomShape 3"/>
          <p:cNvSpPr/>
          <p:nvPr/>
        </p:nvSpPr>
        <p:spPr bwMode="auto">
          <a:xfrm>
            <a:off x="428760" y="2198520"/>
            <a:ext cx="10067400" cy="447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Tasques realitzades aquest sprint: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1: Creació del entorn Github i Trello. Redacció del document README.md (encarregat: </a:t>
            </a: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Òscar Raneda)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2: Requisits funcionals del GRUP 1: GESTIÓ DE COMPTES I CREACIÓ DE PERFILS D'USUARI, GRUP 2: REALITZACIÓ DE COMANDES i GRUP 3: ENVIAMENT DE COMANDES (encarregat: </a:t>
            </a: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Adam Pérez)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3: Requisits funcionals del GRUP 4: PAGAMENT DE LA COMANDA I GRUP 5: VALORACIÓ DE LA COMANDA (encarregat: Iker Urruticoechea)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4: Requisits funcionals del GRUP 6: FUNCIONALITATS ADDICIONALS i altres consideracions (encarregat: Adam Pérez)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5: Burn-down chart (encarregat: Jan Real)</a:t>
            </a: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6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600" b="0" strike="noStrike" spc="-1">
                <a:solidFill>
                  <a:srgbClr val="000000"/>
                </a:solidFill>
                <a:latin typeface="Neue Haas Grotesk Text Pro"/>
                <a:ea typeface="Microsoft YaHei"/>
              </a:rPr>
              <a:t>Tasca 6: Passar requisits a format markdown (encarregat: Òscar Raneda)</a:t>
            </a:r>
            <a:endParaRPr lang="en-GB" sz="16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91981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Perfils d’usuari a l’aplicació QUEMENGES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2119161879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6BB535F7-B1C9-4876-9687-6B8933E2FA26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306487759" name="CustomShape 3"/>
          <p:cNvSpPr/>
          <p:nvPr/>
        </p:nvSpPr>
        <p:spPr bwMode="auto">
          <a:xfrm>
            <a:off x="428760" y="2198520"/>
            <a:ext cx="10019520" cy="3381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Llistat de perfils: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client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cuiner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repartidor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Sistema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198617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1365682805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2E198332-D9D6-46CA-A2F8-6B6AC2909AFD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1954627207" name="CustomShape 3"/>
          <p:cNvSpPr/>
          <p:nvPr/>
        </p:nvSpPr>
        <p:spPr bwMode="auto">
          <a:xfrm>
            <a:off x="428760" y="2198520"/>
            <a:ext cx="11264040" cy="393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01-02: Registrar-se com a usuari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01-01: Registre amb compte de correu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01-03: Omplir perfil per poder fer comandes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01-04: Noms d’usuari únics de +5 caràcters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01-02: Contrasenyes de +8 caràcters (2 majúscules i 2 especials)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01-05: Perfils actualitzables en tot moment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01-06: Eliminar perfil en donar-se de baixa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252379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1611565618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6CEC2BEE-7A80-45F2-985A-6F102C48B892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650652277" name="CustomShape 3"/>
          <p:cNvSpPr/>
          <p:nvPr/>
        </p:nvSpPr>
        <p:spPr bwMode="auto">
          <a:xfrm>
            <a:off x="428760" y="2198520"/>
            <a:ext cx="11264040" cy="447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client: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02-01: Mostrar plats i menús disponibles, prioritzant aquells que compleixin les restriccions alimentàries de l'usuari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02-02: Enviar comanda un cop tancada i confirmada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02-03: Consultar l'historial de comandes prèvies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02-04: Repetir una comanda de l'historial (si el plat i el cuiner continuen disponibles)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05-02: Permetre al client valorar aspectes de la comanda un cop finalitzada, com la puntualitat de l'entrega o l'estat del menjar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05-02: Limitar el sistema per permetre fer només una única valoració per client i comanda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05-03: El sistema de valoracions s'ha de basar visualment i quantitativament en una 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escala d'estrelles de l'1 al 5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3833717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309735952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47DEB470-9159-4E43-91FC-43B4EA26906F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210689376" name="CustomShape 3"/>
          <p:cNvSpPr/>
          <p:nvPr/>
        </p:nvSpPr>
        <p:spPr bwMode="auto">
          <a:xfrm>
            <a:off x="428760" y="2198520"/>
            <a:ext cx="11264040" cy="447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cuiner: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02-06: Permetre escollir entre vista per plats/menús individuals o vista per llistat de cuiners disponibles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02-07: Ordenar els llistats per proximitat geogràfica entre el cuiner i l'usuari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02-08: Cercador per nom de plat i nom de cuiner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02-09: Permetre als cuiners indicar i aparèixer com a "no disponibles"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02-10: Consultar l'historial de comandes prèvies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02-11: Permetre al client reservar una comanda per a quan el cuiner torni a estar disponible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02-01: Un client no pot tenir més de 3 comandes actives a la vegada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02-12: Consultar els ingredients i al·lèrgens d'un plat a la comanda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269129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1240205633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B870DB0C-8C6C-45A4-BA9C-A659EFCEEAEF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907828568" name="CustomShape 3"/>
          <p:cNvSpPr/>
          <p:nvPr/>
        </p:nvSpPr>
        <p:spPr bwMode="auto">
          <a:xfrm>
            <a:off x="428760" y="2198520"/>
            <a:ext cx="11264040" cy="3107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Usuari repartidor: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03-01: Oferir tres opcions de recollida o entrega per a la comanda: repartidor de l’aplicació, entrega pel cuiner o recollida pel client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03-02: Calcular el cost de l’enviament en funció de la distància entre el client i el cuiner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03-05: Mostrar la posició actual del repartidor de manera visual mitjançant un mapa</a:t>
            </a:r>
            <a:endParaRPr lang="en-GB" sz="1800" b="0" strike="noStrike" spc="-1">
              <a:latin typeface="Arial"/>
            </a:endParaRPr>
          </a:p>
          <a:p>
            <a:pPr marL="432000" lvl="1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03-01: Integració amb la interfície de Google Maps per poder mostrar la ubicació del 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repartidor en temps real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1891633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939021085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35C8993D-6B89-4545-8756-9C53BB536CC0}" type="slidenum">
              <a:rPr lang="en-GB" sz="1200" b="0" strike="noStrike" spc="-1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1939125642" name="CustomShape 3"/>
          <p:cNvSpPr/>
          <p:nvPr/>
        </p:nvSpPr>
        <p:spPr bwMode="auto">
          <a:xfrm>
            <a:off x="428760" y="2198520"/>
            <a:ext cx="11264040" cy="447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Sistema: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06-01: Els clients poden proposar plats que no estiguin disponibles al menú actual.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06-02: Només els cuiners poden accedir al menú de plats proposats pels clients.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RF 06-03: Els cuiners poden acceptar les propostes de plats fetes pels clients i comprometre’s a preparar-les.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AT-03: L’aplicació tindrà dues versions: web i mòbil.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AT-04: La versió mòbil haurà de funcionar en dispositius Android.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AT-05: La versió mòbil haurà de funcionar en dispositius amb sistema operatiu iOS.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/>
              <a:buChar char=""/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RNF AT-06: El tipus de lletra de l’aplicació serà Calibri tant per als encapçalats com per a la resta dels continguts.</a:t>
            </a: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023467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s-ES" sz="4000" b="1" strike="noStrike" spc="0">
                <a:solidFill>
                  <a:srgbClr val="000000"/>
                </a:solidFill>
                <a:latin typeface="Neue Haas Grotesk Text Pro"/>
                <a:ea typeface="DejaVu Sans"/>
              </a:rPr>
              <a:t>Organització</a:t>
            </a:r>
            <a:endParaRPr lang="en-GB" sz="4000" b="0" strike="noStrike" spc="0">
              <a:latin typeface="Arial"/>
            </a:endParaRPr>
          </a:p>
        </p:txBody>
      </p:sp>
      <p:sp>
        <p:nvSpPr>
          <p:cNvPr id="782125369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46B24074-22F5-BCF7-509E-9F33C68D8853}" type="slidenum">
              <a:rPr lang="en-GB" sz="1200" b="0" strike="noStrike" spc="0">
                <a:solidFill>
                  <a:srgbClr val="8B8B8B"/>
                </a:solidFill>
                <a:latin typeface="Neue Haas Grotesk Text Pro"/>
                <a:ea typeface="DejaVu Sans"/>
              </a:rPr>
              <a:t/>
            </a:fld>
            <a:endParaRPr lang="en-GB" sz="1200" b="0" strike="noStrike" spc="0">
              <a:latin typeface="Arial"/>
            </a:endParaRPr>
          </a:p>
        </p:txBody>
      </p:sp>
      <p:sp>
        <p:nvSpPr>
          <p:cNvPr id="1210399775" name="CustomShape 3"/>
          <p:cNvSpPr/>
          <p:nvPr/>
        </p:nvSpPr>
        <p:spPr bwMode="auto">
          <a:xfrm>
            <a:off x="428760" y="2198520"/>
            <a:ext cx="11276999" cy="364679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s-ES" sz="1800" b="0" strike="noStrike" spc="0">
                <a:latin typeface="Arial"/>
              </a:rPr>
              <a:t>Trello i meetings:</a:t>
            </a:r>
            <a:endParaRPr lang="en-GB" sz="1800" b="0" strike="noStrike" spc="0">
              <a:latin typeface="Arial"/>
            </a:endParaRPr>
          </a:p>
        </p:txBody>
      </p:sp>
      <p:pic>
        <p:nvPicPr>
          <p:cNvPr id="7013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28759" y="2563200"/>
            <a:ext cx="5316467" cy="3862093"/>
          </a:xfrm>
          <a:prstGeom prst="rect">
            <a:avLst/>
          </a:prstGeom>
        </p:spPr>
      </p:pic>
      <p:pic>
        <p:nvPicPr>
          <p:cNvPr id="100316410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766830" y="2241720"/>
            <a:ext cx="4514850" cy="4114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503962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Burn-down chart</a:t>
            </a:r>
            <a:endParaRPr lang="en-GB" sz="4000" b="0" strike="noStrike" spc="-1">
              <a:latin typeface="Arial"/>
            </a:endParaRPr>
          </a:p>
        </p:txBody>
      </p:sp>
      <p:pic>
        <p:nvPicPr>
          <p:cNvPr id="127031868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260581" y="1996747"/>
            <a:ext cx="7350999" cy="4900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374627" name="CustomShape 1"/>
          <p:cNvSpPr/>
          <p:nvPr/>
        </p:nvSpPr>
        <p:spPr bwMode="auto"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0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Enllaços Trello i GitHub</a:t>
            </a:r>
            <a:endParaRPr lang="en-GB" sz="4000" b="0" strike="noStrike" spc="-1">
              <a:latin typeface="Arial"/>
            </a:endParaRPr>
          </a:p>
        </p:txBody>
      </p:sp>
      <p:sp>
        <p:nvSpPr>
          <p:cNvPr id="229848325" name="CustomShape 2"/>
          <p:cNvSpPr/>
          <p:nvPr/>
        </p:nvSpPr>
        <p:spPr bwMode="auto"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defRPr/>
            </a:pPr>
            <a:fld id="{6BE6C1BE-9303-481A-9F68-F46D44D446FD}" type="slidenum">
              <a:rPr lang="en-GB" sz="1200" b="0" strike="noStrike" spc="-1">
                <a:solidFill>
                  <a:srgbClr val="000000"/>
                </a:solidFill>
                <a:latin typeface="Arial"/>
                <a:ea typeface="DejaVu Sans"/>
              </a:rPr>
              <a:t>&lt;number&gt;</a:t>
            </a:fld>
            <a:endParaRPr lang="en-GB" sz="1200" b="0" strike="noStrike" spc="-1">
              <a:latin typeface="Arial"/>
            </a:endParaRPr>
          </a:p>
        </p:txBody>
      </p:sp>
      <p:sp>
        <p:nvSpPr>
          <p:cNvPr id="1543700538" name="CustomShape 3"/>
          <p:cNvSpPr/>
          <p:nvPr/>
        </p:nvSpPr>
        <p:spPr bwMode="auto">
          <a:xfrm>
            <a:off x="428760" y="2306519"/>
            <a:ext cx="6411960" cy="913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Trello: </a:t>
            </a:r>
            <a:r>
              <a:rPr lang="en-GB" sz="1800" b="0" i="0" u="sng" strike="noStrike" cap="none" spc="0">
                <a:solidFill>
                  <a:srgbClr val="000000"/>
                </a:solidFill>
                <a:latin typeface="Neue Haas Grotesk Text Pro"/>
                <a:ea typeface="Neue Haas Grotesk Text Pro"/>
                <a:cs typeface="Neue Haas Grotesk Text Pro"/>
                <a:hlinkClick r:id="rId3" tooltip=""/>
              </a:rPr>
              <a:t>https://trello.com/b/2sgNzUXf/es26uab-411-09</a:t>
            </a: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  <a:p>
            <a:pPr algn="just"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GitHub:</a:t>
            </a:r>
            <a:r>
              <a:rPr lang="es-ES" sz="1800" b="0" strike="noStrike" spc="0">
                <a:solidFill>
                  <a:srgbClr val="000000"/>
                </a:solidFill>
                <a:latin typeface="Neue Haas Grotesk Text Pro"/>
                <a:ea typeface="DejaVu Sans"/>
              </a:rPr>
              <a:t> </a:t>
            </a:r>
            <a:r>
              <a:rPr lang="en-GB" sz="1800" b="0" u="sng" strike="noStrike" spc="0">
                <a:solidFill>
                  <a:srgbClr val="0000EE"/>
                </a:solidFill>
                <a:latin typeface="Neue Haas Grotesk Text Pro"/>
                <a:ea typeface="Neue Haas Grotesk Text Pro"/>
                <a:hlinkClick r:id="rId4" tooltip=""/>
              </a:rPr>
              <a:t>https://github.com/oscar-123458/ES26UAB-411-09</a:t>
            </a:r>
            <a:endParaRPr lang="en-GB" sz="1800" b="0" strike="noStrike" spc="-1">
              <a:latin typeface="Arial"/>
            </a:endParaRPr>
          </a:p>
        </p:txBody>
      </p:sp>
      <p:sp>
        <p:nvSpPr>
          <p:cNvPr id="1727693564" name="CustomShape 4"/>
          <p:cNvSpPr/>
          <p:nvPr/>
        </p:nvSpPr>
        <p:spPr bwMode="auto">
          <a:xfrm>
            <a:off x="8965800" y="3672000"/>
            <a:ext cx="1261799" cy="364679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p>
            <a:pPr>
              <a:lnSpc>
                <a:spcPct val="100000"/>
              </a:lnSpc>
              <a:defRPr/>
            </a:pPr>
            <a:endParaRPr lang="en-GB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356187" name="CustomShape 1"/>
          <p:cNvSpPr/>
          <p:nvPr/>
        </p:nvSpPr>
        <p:spPr bwMode="auto">
          <a:xfrm>
            <a:off x="0" y="0"/>
            <a:ext cx="12189600" cy="68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467965024" name="" descr=""/>
          <p:cNvPicPr/>
          <p:nvPr/>
        </p:nvPicPr>
        <p:blipFill rotWithShape="1">
          <a:blip r:embed="rId3"/>
          <a:srcRect l="0" t="1105" r="0" b="0"/>
          <a:stretch/>
        </p:blipFill>
        <p:spPr bwMode="auto">
          <a:xfrm>
            <a:off x="0" y="0"/>
            <a:ext cx="8667000" cy="6855840"/>
          </a:xfrm>
          <a:prstGeom prst="rect">
            <a:avLst/>
          </a:prstGeom>
          <a:ln>
            <a:noFill/>
          </a:ln>
        </p:spPr>
      </p:pic>
      <p:sp>
        <p:nvSpPr>
          <p:cNvPr id="362500331" name="CustomShape 2"/>
          <p:cNvSpPr/>
          <p:nvPr/>
        </p:nvSpPr>
        <p:spPr bwMode="auto">
          <a:xfrm flipH="1">
            <a:off x="3710880" y="0"/>
            <a:ext cx="8478000" cy="68558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0513706" name="CustomShape 3"/>
          <p:cNvSpPr/>
          <p:nvPr/>
        </p:nvSpPr>
        <p:spPr bwMode="auto">
          <a:xfrm>
            <a:off x="7848720" y="1122480"/>
            <a:ext cx="4021920" cy="320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defRPr/>
            </a:pPr>
            <a:r>
              <a:rPr lang="en-GB" sz="4800" b="1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lang="en-GB" sz="4800" b="0" strike="noStrike" spc="-1">
              <a:latin typeface="Arial"/>
            </a:endParaRPr>
          </a:p>
        </p:txBody>
      </p:sp>
      <p:sp>
        <p:nvSpPr>
          <p:cNvPr id="463390804" name="CustomShape 4"/>
          <p:cNvSpPr/>
          <p:nvPr/>
        </p:nvSpPr>
        <p:spPr bwMode="auto">
          <a:xfrm rot="5400000">
            <a:off x="813816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3732462" name="CustomShape 5"/>
          <p:cNvSpPr/>
          <p:nvPr/>
        </p:nvSpPr>
        <p:spPr bwMode="auto">
          <a:xfrm>
            <a:off x="7851600" y="4546440"/>
            <a:ext cx="4022280" cy="1692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47928456" name="CustomShape 6"/>
          <p:cNvSpPr/>
          <p:nvPr/>
        </p:nvSpPr>
        <p:spPr bwMode="auto">
          <a:xfrm>
            <a:off x="7848720" y="4873680"/>
            <a:ext cx="4021920" cy="135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r>
              <a:rPr lang="en-GB" sz="14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411-08</a:t>
            </a:r>
            <a:endParaRPr lang="en-GB" sz="14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endParaRPr lang="en-GB" sz="1400" b="0" strike="noStrike" spc="-1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defRPr/>
            </a:pPr>
            <a:r>
              <a:rPr lang="en-GB" sz="1400" b="0" strike="noStrike" spc="-1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lang="en-GB" sz="14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5</cp:revision>
  <dcterms:created xsi:type="dcterms:W3CDTF">2026-03-15T19:18:51Z</dcterms:created>
  <dcterms:modified xsi:type="dcterms:W3CDTF">2026-03-18T15:18:40Z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false</vt:bool>
  </property>
  <property fmtid="{D5CDD505-2E9C-101B-9397-08002B2CF9AE}" pid="4" name="LinksUpToDate">
    <vt:bool>false</vt:bool>
  </property>
  <property fmtid="{D5CDD505-2E9C-101B-9397-08002B2CF9AE}" pid="5" name="MMClips">
    <vt:i4>2</vt:i4>
  </property>
  <property fmtid="{D5CDD505-2E9C-101B-9397-08002B2CF9AE}" pid="6" name="Notes">
    <vt:i4>15</vt:i4>
  </property>
  <property fmtid="{D5CDD505-2E9C-101B-9397-08002B2CF9AE}" pid="7" name="PresentationFormat">
    <vt:lpwstr>On-screen Show (4:3)</vt:lpwstr>
  </property>
  <property fmtid="{D5CDD505-2E9C-101B-9397-08002B2CF9AE}" pid="8" name="ScaleCrop">
    <vt:bool>false</vt:bool>
  </property>
  <property fmtid="{D5CDD505-2E9C-101B-9397-08002B2CF9AE}" pid="9" name="ShareDoc">
    <vt:bool>false</vt:bool>
  </property>
  <property fmtid="{D5CDD505-2E9C-101B-9397-08002B2CF9AE}" pid="10" name="Slides">
    <vt:i4>15</vt:i4>
  </property>
</Properties>
</file>