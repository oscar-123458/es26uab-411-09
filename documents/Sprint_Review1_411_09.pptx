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2.xml" ContentType="application/xml"/>
  <Override PartName="/customXml/itemProps1.xml" ContentType="application/vnd.openxmlformats-officedocument.customXmlProperties+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3.xml" ContentType="application/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media/image1.jpeg" ContentType="image/jpeg"/>
  <Override PartName="/ppt/media/image2.jpeg" ContentType="image/jpeg"/>
  <Override PartName="/ppt/media/image5.png" ContentType="image/png"/>
  <Override PartName="/ppt/media/image3.jpeg" ContentType="image/jpeg"/>
  <Override PartName="/ppt/media/image4.jpeg" ContentType="image/jpeg"/>
  <Override PartName="/ppt/media/image6.png" ContentType="image/pn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Lst>
  <p:sldSz cx="12192000" cy="6858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8"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GB"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10"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12"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576000" y="1620360"/>
            <a:ext cx="11036520" cy="13716000"/>
          </a:xfrm>
          <a:prstGeom prst="rect">
            <a:avLst/>
          </a:prstGeom>
        </p:spPr>
        <p:txBody>
          <a:bodyPr lIns="0" rIns="0" tIns="0" bIns="0" anchor="ctr">
            <a:spAutoFit/>
          </a:bodyPr>
          <a:p>
            <a:pPr algn="ctr"/>
            <a:endParaRPr b="0" lang="en-GB"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17"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18"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19"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21"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22"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23"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25"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26"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27"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29"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0"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32"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3"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4"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5"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37"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8"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39"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40"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41"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42"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52" name="PlaceHolder 2"/>
          <p:cNvSpPr>
            <a:spLocks noGrp="1"/>
          </p:cNvSpPr>
          <p:nvPr>
            <p:ph type="subTitle"/>
          </p:nvPr>
        </p:nvSpPr>
        <p:spPr>
          <a:xfrm>
            <a:off x="609480" y="1604520"/>
            <a:ext cx="10972440" cy="3977280"/>
          </a:xfrm>
          <a:prstGeom prst="rect">
            <a:avLst/>
          </a:prstGeom>
        </p:spPr>
        <p:txBody>
          <a:bodyPr lIns="0" rIns="0" tIns="0" bIns="0" anchor="ctr">
            <a:spAutoFit/>
          </a:bodyPr>
          <a:p>
            <a:pPr algn="ctr"/>
            <a:endParaRPr b="0" lang="en-GB"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54"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56"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57"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576000" y="1620360"/>
            <a:ext cx="11036520" cy="13716000"/>
          </a:xfrm>
          <a:prstGeom prst="rect">
            <a:avLst/>
          </a:prstGeom>
        </p:spPr>
        <p:txBody>
          <a:bodyPr lIns="0" rIns="0" tIns="0" bIns="0" anchor="ctr">
            <a:spAutoFit/>
          </a:bodyPr>
          <a:p>
            <a:pPr algn="ctr"/>
            <a:endParaRPr b="0" lang="en-GB"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62"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63"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65"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66"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67"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69"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0"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1"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73"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4"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76"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7"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8"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79"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576000" y="1124640"/>
            <a:ext cx="11036520" cy="3172680"/>
          </a:xfrm>
          <a:prstGeom prst="rect">
            <a:avLst/>
          </a:prstGeom>
        </p:spPr>
        <p:txBody>
          <a:bodyPr lIns="0" rIns="0" tIns="0" bIns="0" anchor="ctr">
            <a:spAutoFit/>
          </a:bodyPr>
          <a:p>
            <a:endParaRPr b="0" lang="es-ES" sz="1800" spc="-1" strike="noStrike">
              <a:solidFill>
                <a:srgbClr val="000000"/>
              </a:solidFill>
              <a:latin typeface="Neue Haas Grotesk Text Pro"/>
            </a:endParaRPr>
          </a:p>
        </p:txBody>
      </p:sp>
      <p:sp>
        <p:nvSpPr>
          <p:cNvPr id="81"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82"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83"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84"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85"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
        <p:nvSpPr>
          <p:cNvPr id="86"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2400" spc="-1" strike="noStrike">
              <a:solidFill>
                <a:srgbClr val="000000"/>
              </a:solidFill>
              <a:latin typeface="Neue Haas Grotesk Text Pro"/>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76000" y="1124640"/>
            <a:ext cx="11036520" cy="3172680"/>
          </a:xfrm>
          <a:prstGeom prst="rect">
            <a:avLst/>
          </a:prstGeom>
        </p:spPr>
        <p:txBody>
          <a:bodyPr anchor="b">
            <a:normAutofit/>
          </a:bodyPr>
          <a:p>
            <a:pPr>
              <a:lnSpc>
                <a:spcPct val="90000"/>
              </a:lnSpc>
            </a:pPr>
            <a:r>
              <a:rPr b="1" lang="es-ES" sz="8000" spc="-1" strike="noStrike">
                <a:solidFill>
                  <a:srgbClr val="000000"/>
                </a:solidFill>
                <a:latin typeface="Neue Haas Grotesk Text Pro"/>
              </a:rPr>
              <a:t>Click to edit Master title style</a:t>
            </a:r>
            <a:endParaRPr b="0" lang="es-ES" sz="8000" spc="-1" strike="noStrike">
              <a:solidFill>
                <a:srgbClr val="000000"/>
              </a:solidFill>
              <a:latin typeface="Neue Haas Grotesk Text Pro"/>
            </a:endParaRPr>
          </a:p>
        </p:txBody>
      </p:sp>
      <p:sp>
        <p:nvSpPr>
          <p:cNvPr id="1" name="PlaceHolder 2"/>
          <p:cNvSpPr>
            <a:spLocks noGrp="1"/>
          </p:cNvSpPr>
          <p:nvPr>
            <p:ph type="dt"/>
          </p:nvPr>
        </p:nvSpPr>
        <p:spPr>
          <a:xfrm>
            <a:off x="576000" y="6356520"/>
            <a:ext cx="2742840" cy="364680"/>
          </a:xfrm>
          <a:prstGeom prst="rect">
            <a:avLst/>
          </a:prstGeom>
        </p:spPr>
        <p:txBody>
          <a:bodyPr anchor="ctr">
            <a:noAutofit/>
          </a:bodyPr>
          <a:p>
            <a:pPr>
              <a:lnSpc>
                <a:spcPct val="100000"/>
              </a:lnSpc>
            </a:pPr>
            <a:fld id="{1855C6A7-85C3-445A-ABF7-CF1D7F3FABA3}" type="datetime1">
              <a:rPr b="0" lang="en-GB" sz="1200" spc="-1" strike="noStrike">
                <a:solidFill>
                  <a:srgbClr val="8b8b8b"/>
                </a:solidFill>
                <a:latin typeface="Neue Haas Grotesk Text Pro"/>
              </a:rPr>
              <a:t>14/03/2026</a:t>
            </a:fld>
            <a:endParaRPr b="0" lang="en-GB" sz="1200" spc="-1" strike="noStrike">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p>
            <a:endParaRPr b="0" lang="en-GB" sz="2400" spc="-1" strike="noStrike">
              <a:latin typeface="Times New Roman"/>
            </a:endParaRPr>
          </a:p>
        </p:txBody>
      </p:sp>
      <p:sp>
        <p:nvSpPr>
          <p:cNvPr id="3" name="PlaceHolder 4"/>
          <p:cNvSpPr>
            <a:spLocks noGrp="1"/>
          </p:cNvSpPr>
          <p:nvPr>
            <p:ph type="sldNum"/>
          </p:nvPr>
        </p:nvSpPr>
        <p:spPr>
          <a:xfrm>
            <a:off x="8869680" y="6356520"/>
            <a:ext cx="2742840" cy="364680"/>
          </a:xfrm>
          <a:prstGeom prst="rect">
            <a:avLst/>
          </a:prstGeom>
        </p:spPr>
        <p:txBody>
          <a:bodyPr anchor="ctr">
            <a:noAutofit/>
          </a:bodyPr>
          <a:p>
            <a:pPr algn="r">
              <a:lnSpc>
                <a:spcPct val="100000"/>
              </a:lnSpc>
            </a:pPr>
            <a:fld id="{F68E8CBC-758D-457C-A951-83551B9695F5}" type="slidenum">
              <a:rPr b="0" lang="en-GB" sz="1200" spc="-1" strike="noStrike">
                <a:solidFill>
                  <a:srgbClr val="8b8b8b"/>
                </a:solidFill>
                <a:latin typeface="Neue Haas Grotesk Text Pro"/>
              </a:rPr>
              <a:t>&lt;number&gt;</a:t>
            </a:fld>
            <a:endParaRPr b="0" lang="en-GB" sz="1200" spc="-1" strike="noStrike">
              <a:latin typeface="Times New Roman"/>
            </a:endParaRPr>
          </a:p>
        </p:txBody>
      </p:sp>
      <p:sp>
        <p:nvSpPr>
          <p:cNvPr id="4" name="CustomShape 5"/>
          <p:cNvSpPr/>
          <p:nvPr/>
        </p:nvSpPr>
        <p:spPr>
          <a:xfrm rot="5400000">
            <a:off x="857880" y="346320"/>
            <a:ext cx="145800" cy="703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5" name="CustomShape 6"/>
          <p:cNvSpPr/>
          <p:nvPr/>
        </p:nvSpPr>
        <p:spPr>
          <a:xfrm flipV="1">
            <a:off x="578520" y="4500720"/>
            <a:ext cx="11034360" cy="18000"/>
          </a:xfrm>
          <a:prstGeom prst="rect">
            <a:avLst/>
          </a:prstGeom>
          <a:solidFill>
            <a:schemeClr val="tx2">
              <a:lumMod val="25000"/>
              <a:lumOff val="75000"/>
            </a:schemeClr>
          </a:solidFill>
          <a:ln w="3240">
            <a:noFill/>
          </a:ln>
        </p:spPr>
        <p:style>
          <a:lnRef idx="2">
            <a:schemeClr val="accent1">
              <a:shade val="50000"/>
            </a:schemeClr>
          </a:lnRef>
          <a:fillRef idx="1">
            <a:schemeClr val="accent1"/>
          </a:fillRef>
          <a:effectRef idx="0">
            <a:schemeClr val="accent1"/>
          </a:effectRef>
          <a:fontRef idx="minor"/>
        </p:style>
      </p:sp>
      <p:sp>
        <p:nvSpPr>
          <p:cNvPr id="6" name="PlaceHolder 7"/>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2400" spc="-1" strike="noStrike">
                <a:solidFill>
                  <a:srgbClr val="000000"/>
                </a:solidFill>
                <a:latin typeface="Neue Haas Grotesk Text Pro"/>
              </a:rPr>
              <a:t>Click to edit the outline text format</a:t>
            </a:r>
            <a:endParaRPr b="0" lang="es-ES" sz="2400" spc="-1" strike="noStrike">
              <a:solidFill>
                <a:srgbClr val="000000"/>
              </a:solidFill>
              <a:latin typeface="Neue Haas Grotesk Text Pro"/>
            </a:endParaRPr>
          </a:p>
          <a:p>
            <a:pPr lvl="1" marL="864000" indent="-324000">
              <a:spcBef>
                <a:spcPts val="1134"/>
              </a:spcBef>
              <a:buClr>
                <a:srgbClr val="000000"/>
              </a:buClr>
              <a:buSzPct val="75000"/>
              <a:buFont typeface="Symbol" charset="2"/>
              <a:buChar char=""/>
            </a:pPr>
            <a:r>
              <a:rPr b="0" lang="es-ES" sz="1800" spc="-1" strike="noStrike">
                <a:solidFill>
                  <a:srgbClr val="000000"/>
                </a:solidFill>
                <a:latin typeface="Neue Haas Grotesk Text Pro"/>
              </a:rPr>
              <a:t>Second Outline Level</a:t>
            </a:r>
            <a:endParaRPr b="0" lang="es-ES" sz="1800" spc="-1" strike="noStrike">
              <a:solidFill>
                <a:srgbClr val="000000"/>
              </a:solidFill>
              <a:latin typeface="Neue Haas Grotesk Text Pro"/>
            </a:endParaRPr>
          </a:p>
          <a:p>
            <a:pPr lvl="2" marL="1296000" indent="-288000">
              <a:spcBef>
                <a:spcPts val="850"/>
              </a:spcBef>
              <a:buClr>
                <a:srgbClr val="000000"/>
              </a:buClr>
              <a:buSzPct val="45000"/>
              <a:buFont typeface="Wingdings" charset="2"/>
              <a:buChar char=""/>
            </a:pPr>
            <a:r>
              <a:rPr b="0" lang="es-ES" sz="1600" spc="-1" strike="noStrike">
                <a:solidFill>
                  <a:srgbClr val="000000"/>
                </a:solidFill>
                <a:latin typeface="Neue Haas Grotesk Text Pro"/>
              </a:rPr>
              <a:t>Third Outline Level</a:t>
            </a:r>
            <a:endParaRPr b="0" lang="es-ES" sz="1600" spc="-1" strike="noStrike">
              <a:solidFill>
                <a:srgbClr val="000000"/>
              </a:solidFill>
              <a:latin typeface="Neue Haas Grotesk Text Pro"/>
            </a:endParaRPr>
          </a:p>
          <a:p>
            <a:pPr lvl="3" marL="1728000" indent="-216000">
              <a:spcBef>
                <a:spcPts val="567"/>
              </a:spcBef>
              <a:buClr>
                <a:srgbClr val="000000"/>
              </a:buClr>
              <a:buSzPct val="75000"/>
              <a:buFont typeface="Symbol" charset="2"/>
              <a:buChar char=""/>
            </a:pPr>
            <a:r>
              <a:rPr b="0" lang="es-ES" sz="1600" spc="-1" strike="noStrike">
                <a:solidFill>
                  <a:srgbClr val="000000"/>
                </a:solidFill>
                <a:latin typeface="Neue Haas Grotesk Text Pro"/>
              </a:rPr>
              <a:t>Fourth Outline Level</a:t>
            </a:r>
            <a:endParaRPr b="0" lang="es-ES" sz="1600" spc="-1" strike="noStrike">
              <a:solidFill>
                <a:srgbClr val="000000"/>
              </a:solidFill>
              <a:latin typeface="Neue Haas Grotesk Text Pro"/>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Neue Haas Grotesk Text Pro"/>
              </a:rPr>
              <a:t>Fifth Outline Level</a:t>
            </a:r>
            <a:endParaRPr b="0" lang="es-ES" sz="2000" spc="-1" strike="noStrike">
              <a:solidFill>
                <a:srgbClr val="000000"/>
              </a:solidFill>
              <a:latin typeface="Neue Haas Grotesk Text Pro"/>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Neue Haas Grotesk Text Pro"/>
              </a:rPr>
              <a:t>Sixth Outline Level</a:t>
            </a:r>
            <a:endParaRPr b="0" lang="es-ES" sz="2000" spc="-1" strike="noStrike">
              <a:solidFill>
                <a:srgbClr val="000000"/>
              </a:solidFill>
              <a:latin typeface="Neue Haas Grotesk Text Pro"/>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Neue Haas Grotesk Text Pro"/>
              </a:rPr>
              <a:t>Seventh Outline Level</a:t>
            </a:r>
            <a:endParaRPr b="0" lang="es-ES" sz="2000" spc="-1" strike="noStrike">
              <a:solidFill>
                <a:srgbClr val="000000"/>
              </a:solidFill>
              <a:latin typeface="Neue Haas Grotesk Text Pro"/>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CustomShape 1"/>
          <p:cNvSpPr/>
          <p:nvPr/>
        </p:nvSpPr>
        <p:spPr>
          <a:xfrm>
            <a:off x="558360" y="0"/>
            <a:ext cx="11167200" cy="2018520"/>
          </a:xfrm>
          <a:prstGeom prst="rect">
            <a:avLst/>
          </a:prstGeom>
          <a:ln w="9360">
            <a:solidFill>
              <a:schemeClr val="tx2">
                <a:lumMod val="10000"/>
                <a:lumOff val="90000"/>
              </a:schemeClr>
            </a:solidFill>
          </a:ln>
          <a:effectLst>
            <a:outerShdw algn="tl" blurRad="50800" dir="2700000" dist="37674"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p:style>
      </p:sp>
      <p:sp>
        <p:nvSpPr>
          <p:cNvPr id="44" name="CustomShape 2"/>
          <p:cNvSpPr/>
          <p:nvPr/>
        </p:nvSpPr>
        <p:spPr>
          <a:xfrm>
            <a:off x="567000" y="0"/>
            <a:ext cx="11155320" cy="2011320"/>
          </a:xfrm>
          <a:prstGeom prst="rect">
            <a:avLst/>
          </a:prstGeom>
          <a:ln w="9360">
            <a:noFill/>
          </a:ln>
        </p:spPr>
        <p:style>
          <a:lnRef idx="2">
            <a:schemeClr val="accent1">
              <a:shade val="50000"/>
            </a:schemeClr>
          </a:lnRef>
          <a:fillRef idx="1">
            <a:schemeClr val="accent1"/>
          </a:fillRef>
          <a:effectRef idx="0">
            <a:schemeClr val="accent1"/>
          </a:effectRef>
          <a:fontRef idx="minor"/>
        </p:style>
      </p:sp>
      <p:sp>
        <p:nvSpPr>
          <p:cNvPr id="45" name="CustomShape 3"/>
          <p:cNvSpPr/>
          <p:nvPr/>
        </p:nvSpPr>
        <p:spPr>
          <a:xfrm>
            <a:off x="498960" y="787320"/>
            <a:ext cx="127800" cy="703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6" name="PlaceHolder 4"/>
          <p:cNvSpPr>
            <a:spLocks noGrp="1"/>
          </p:cNvSpPr>
          <p:nvPr>
            <p:ph type="title"/>
          </p:nvPr>
        </p:nvSpPr>
        <p:spPr>
          <a:xfrm>
            <a:off x="1115640" y="548640"/>
            <a:ext cx="10167840" cy="1179360"/>
          </a:xfrm>
          <a:prstGeom prst="rect">
            <a:avLst/>
          </a:prstGeom>
        </p:spPr>
        <p:txBody>
          <a:bodyPr anchor="ctr">
            <a:normAutofit/>
          </a:bodyPr>
          <a:p>
            <a:pPr>
              <a:lnSpc>
                <a:spcPct val="90000"/>
              </a:lnSpc>
            </a:pPr>
            <a:r>
              <a:rPr b="1" lang="es-ES" sz="4000" spc="-1" strike="noStrike">
                <a:solidFill>
                  <a:srgbClr val="000000"/>
                </a:solidFill>
                <a:latin typeface="Neue Haas Grotesk Text Pro"/>
              </a:rPr>
              <a:t>Click to edit Master title style</a:t>
            </a:r>
            <a:endParaRPr b="0" lang="es-ES" sz="4000" spc="-1" strike="noStrike">
              <a:solidFill>
                <a:srgbClr val="000000"/>
              </a:solidFill>
              <a:latin typeface="Neue Haas Grotesk Text Pro"/>
            </a:endParaRPr>
          </a:p>
        </p:txBody>
      </p:sp>
      <p:sp>
        <p:nvSpPr>
          <p:cNvPr id="47" name="PlaceHolder 5"/>
          <p:cNvSpPr>
            <a:spLocks noGrp="1"/>
          </p:cNvSpPr>
          <p:nvPr>
            <p:ph type="body"/>
          </p:nvPr>
        </p:nvSpPr>
        <p:spPr>
          <a:xfrm>
            <a:off x="1115640" y="2477880"/>
            <a:ext cx="10167840" cy="3693960"/>
          </a:xfrm>
          <a:prstGeom prst="rect">
            <a:avLst/>
          </a:prstGeom>
        </p:spPr>
        <p:txBody>
          <a:bodyPr>
            <a:noAutofit/>
          </a:bodyPr>
          <a:p>
            <a:pPr marL="228600" indent="-228240">
              <a:lnSpc>
                <a:spcPct val="110000"/>
              </a:lnSpc>
              <a:spcBef>
                <a:spcPts val="1001"/>
              </a:spcBef>
              <a:buClr>
                <a:srgbClr val="000000"/>
              </a:buClr>
              <a:buFont typeface="Arial"/>
              <a:buChar char="•"/>
            </a:pPr>
            <a:r>
              <a:rPr b="0" lang="es-ES" sz="2400" spc="-1" strike="noStrike">
                <a:solidFill>
                  <a:srgbClr val="000000"/>
                </a:solidFill>
                <a:latin typeface="Neue Haas Grotesk Text Pro"/>
              </a:rPr>
              <a:t>Click to edit Master text styles</a:t>
            </a:r>
            <a:endParaRPr b="0" lang="es-ES" sz="2400" spc="-1" strike="noStrike">
              <a:solidFill>
                <a:srgbClr val="000000"/>
              </a:solidFill>
              <a:latin typeface="Neue Haas Grotesk Text Pro"/>
            </a:endParaRPr>
          </a:p>
          <a:p>
            <a:pPr lvl="1" marL="685800" indent="-228240">
              <a:lnSpc>
                <a:spcPct val="110000"/>
              </a:lnSpc>
              <a:spcBef>
                <a:spcPts val="499"/>
              </a:spcBef>
              <a:buClr>
                <a:srgbClr val="000000"/>
              </a:buClr>
              <a:buFont typeface="Arial"/>
              <a:buChar char="•"/>
            </a:pPr>
            <a:r>
              <a:rPr b="0" lang="es-ES" sz="2000" spc="-1" strike="noStrike">
                <a:solidFill>
                  <a:srgbClr val="000000"/>
                </a:solidFill>
                <a:latin typeface="Neue Haas Grotesk Text Pro"/>
              </a:rPr>
              <a:t>Second level</a:t>
            </a:r>
            <a:endParaRPr b="0" lang="es-ES" sz="2000" spc="-1" strike="noStrike">
              <a:solidFill>
                <a:srgbClr val="000000"/>
              </a:solidFill>
              <a:latin typeface="Neue Haas Grotesk Text Pro"/>
            </a:endParaRPr>
          </a:p>
          <a:p>
            <a:pPr lvl="2" marL="1143000" indent="-228240">
              <a:lnSpc>
                <a:spcPct val="110000"/>
              </a:lnSpc>
              <a:spcBef>
                <a:spcPts val="499"/>
              </a:spcBef>
              <a:buClr>
                <a:srgbClr val="000000"/>
              </a:buClr>
              <a:buFont typeface="Arial"/>
              <a:buChar char="•"/>
            </a:pPr>
            <a:r>
              <a:rPr b="0" lang="es-ES" sz="1800" spc="-1" strike="noStrike">
                <a:solidFill>
                  <a:srgbClr val="000000"/>
                </a:solidFill>
                <a:latin typeface="Neue Haas Grotesk Text Pro"/>
              </a:rPr>
              <a:t>Third level</a:t>
            </a:r>
            <a:endParaRPr b="0" lang="es-ES" sz="1800" spc="-1" strike="noStrike">
              <a:solidFill>
                <a:srgbClr val="000000"/>
              </a:solidFill>
              <a:latin typeface="Neue Haas Grotesk Text Pro"/>
            </a:endParaRPr>
          </a:p>
          <a:p>
            <a:pPr lvl="3" marL="1600200" indent="-228240">
              <a:lnSpc>
                <a:spcPct val="110000"/>
              </a:lnSpc>
              <a:spcBef>
                <a:spcPts val="499"/>
              </a:spcBef>
              <a:buClr>
                <a:srgbClr val="000000"/>
              </a:buClr>
              <a:buFont typeface="Arial"/>
              <a:buChar char="•"/>
            </a:pPr>
            <a:r>
              <a:rPr b="0" lang="es-ES" sz="1600" spc="-1" strike="noStrike">
                <a:solidFill>
                  <a:srgbClr val="000000"/>
                </a:solidFill>
                <a:latin typeface="Neue Haas Grotesk Text Pro"/>
              </a:rPr>
              <a:t>Fourth level</a:t>
            </a:r>
            <a:endParaRPr b="0" lang="es-ES" sz="1600" spc="-1" strike="noStrike">
              <a:solidFill>
                <a:srgbClr val="000000"/>
              </a:solidFill>
              <a:latin typeface="Neue Haas Grotesk Text Pro"/>
            </a:endParaRPr>
          </a:p>
          <a:p>
            <a:pPr lvl="4" marL="2057400" indent="-228240">
              <a:lnSpc>
                <a:spcPct val="110000"/>
              </a:lnSpc>
              <a:spcBef>
                <a:spcPts val="499"/>
              </a:spcBef>
              <a:buClr>
                <a:srgbClr val="000000"/>
              </a:buClr>
              <a:buFont typeface="Arial"/>
              <a:buChar char="•"/>
            </a:pPr>
            <a:r>
              <a:rPr b="0" lang="es-ES" sz="1600" spc="-1" strike="noStrike">
                <a:solidFill>
                  <a:srgbClr val="000000"/>
                </a:solidFill>
                <a:latin typeface="Neue Haas Grotesk Text Pro"/>
              </a:rPr>
              <a:t>Fifth level</a:t>
            </a:r>
            <a:endParaRPr b="0" lang="es-ES" sz="1600" spc="-1" strike="noStrike">
              <a:solidFill>
                <a:srgbClr val="000000"/>
              </a:solidFill>
              <a:latin typeface="Neue Haas Grotesk Text Pro"/>
            </a:endParaRPr>
          </a:p>
        </p:txBody>
      </p:sp>
      <p:sp>
        <p:nvSpPr>
          <p:cNvPr id="48" name="PlaceHolder 6"/>
          <p:cNvSpPr>
            <a:spLocks noGrp="1"/>
          </p:cNvSpPr>
          <p:nvPr>
            <p:ph type="dt"/>
          </p:nvPr>
        </p:nvSpPr>
        <p:spPr>
          <a:xfrm>
            <a:off x="1115640" y="6356520"/>
            <a:ext cx="2742840" cy="364680"/>
          </a:xfrm>
          <a:prstGeom prst="rect">
            <a:avLst/>
          </a:prstGeom>
        </p:spPr>
        <p:txBody>
          <a:bodyPr anchor="ctr">
            <a:noAutofit/>
          </a:bodyPr>
          <a:p>
            <a:pPr>
              <a:lnSpc>
                <a:spcPct val="100000"/>
              </a:lnSpc>
            </a:pPr>
            <a:fld id="{4F054D57-0758-4A44-9CCE-603092B24206}" type="datetime1">
              <a:rPr b="0" lang="en-GB" sz="1200" spc="-1" strike="noStrike">
                <a:solidFill>
                  <a:srgbClr val="8b8b8b"/>
                </a:solidFill>
                <a:latin typeface="Neue Haas Grotesk Text Pro"/>
              </a:rPr>
              <a:t>14/03/2026</a:t>
            </a:fld>
            <a:endParaRPr b="0" lang="en-GB" sz="1200" spc="-1" strike="noStrike">
              <a:latin typeface="Times New Roman"/>
            </a:endParaRPr>
          </a:p>
        </p:txBody>
      </p:sp>
      <p:sp>
        <p:nvSpPr>
          <p:cNvPr id="49" name="PlaceHolder 7"/>
          <p:cNvSpPr>
            <a:spLocks noGrp="1"/>
          </p:cNvSpPr>
          <p:nvPr>
            <p:ph type="ftr"/>
          </p:nvPr>
        </p:nvSpPr>
        <p:spPr>
          <a:xfrm>
            <a:off x="4038480" y="6356520"/>
            <a:ext cx="4114440" cy="364680"/>
          </a:xfrm>
          <a:prstGeom prst="rect">
            <a:avLst/>
          </a:prstGeom>
        </p:spPr>
        <p:txBody>
          <a:bodyPr anchor="ctr">
            <a:noAutofit/>
          </a:bodyPr>
          <a:p>
            <a:endParaRPr b="0" lang="en-GB" sz="2400" spc="-1" strike="noStrike">
              <a:latin typeface="Times New Roman"/>
            </a:endParaRPr>
          </a:p>
        </p:txBody>
      </p:sp>
      <p:sp>
        <p:nvSpPr>
          <p:cNvPr id="50" name="PlaceHolder 8"/>
          <p:cNvSpPr>
            <a:spLocks noGrp="1"/>
          </p:cNvSpPr>
          <p:nvPr>
            <p:ph type="sldNum"/>
          </p:nvPr>
        </p:nvSpPr>
        <p:spPr>
          <a:xfrm>
            <a:off x="8540640" y="6356520"/>
            <a:ext cx="2742840" cy="364680"/>
          </a:xfrm>
          <a:prstGeom prst="rect">
            <a:avLst/>
          </a:prstGeom>
        </p:spPr>
        <p:txBody>
          <a:bodyPr anchor="ctr">
            <a:noAutofit/>
          </a:bodyPr>
          <a:p>
            <a:pPr algn="r">
              <a:lnSpc>
                <a:spcPct val="100000"/>
              </a:lnSpc>
            </a:pPr>
            <a:fld id="{3CE0F835-662E-4C5B-9582-2993433FF66E}" type="slidenum">
              <a:rPr b="0" lang="en-GB" sz="1200" spc="-1" strike="noStrike">
                <a:solidFill>
                  <a:srgbClr val="8b8b8b"/>
                </a:solidFill>
                <a:latin typeface="Neue Haas Grotesk Text Pro"/>
              </a:rPr>
              <a:t>&lt;number&gt;</a:t>
            </a:fld>
            <a:endParaRPr b="0" lang="en-GB"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88" name="Picture 3" descr=""/>
          <p:cNvPicPr/>
          <p:nvPr/>
        </p:nvPicPr>
        <p:blipFill>
          <a:blip r:embed="rId1"/>
          <a:srcRect l="0" t="1108" r="-2" b="0"/>
          <a:stretch/>
        </p:blipFill>
        <p:spPr>
          <a:xfrm>
            <a:off x="0" y="0"/>
            <a:ext cx="8668080" cy="6857640"/>
          </a:xfrm>
          <a:prstGeom prst="rect">
            <a:avLst/>
          </a:prstGeom>
          <a:ln>
            <a:noFill/>
          </a:ln>
        </p:spPr>
      </p:pic>
      <p:sp>
        <p:nvSpPr>
          <p:cNvPr id="89" name="CustomShape 2"/>
          <p:cNvSpPr/>
          <p:nvPr/>
        </p:nvSpPr>
        <p:spPr>
          <a:xfrm flipH="1">
            <a:off x="3711600" y="0"/>
            <a:ext cx="8480160" cy="6857640"/>
          </a:xfrm>
          <a:prstGeom prst="rect">
            <a:avLst/>
          </a:prstGeom>
          <a:gradFill rotWithShape="0">
            <a:gsLst>
              <a:gs pos="0">
                <a:srgbClr val="ffffff"/>
              </a:gs>
              <a:gs pos="100000">
                <a:srgbClr val="ffffff"/>
              </a:gs>
            </a:gsLst>
            <a:lin ang="10800000"/>
          </a:gradFill>
          <a:ln>
            <a:noFill/>
          </a:ln>
        </p:spPr>
        <p:style>
          <a:lnRef idx="2">
            <a:schemeClr val="accent1">
              <a:shade val="50000"/>
            </a:schemeClr>
          </a:lnRef>
          <a:fillRef idx="1">
            <a:schemeClr val="accent1"/>
          </a:fillRef>
          <a:effectRef idx="0">
            <a:schemeClr val="accent1"/>
          </a:effectRef>
          <a:fontRef idx="minor"/>
        </p:style>
      </p:sp>
      <p:sp>
        <p:nvSpPr>
          <p:cNvPr id="90" name="TextShape 3"/>
          <p:cNvSpPr txBox="1"/>
          <p:nvPr/>
        </p:nvSpPr>
        <p:spPr>
          <a:xfrm>
            <a:off x="7848720" y="1122480"/>
            <a:ext cx="4023000" cy="3203640"/>
          </a:xfrm>
          <a:prstGeom prst="rect">
            <a:avLst/>
          </a:prstGeom>
          <a:noFill/>
          <a:ln>
            <a:noFill/>
          </a:ln>
        </p:spPr>
        <p:txBody>
          <a:bodyPr anchor="b">
            <a:normAutofit/>
          </a:bodyPr>
          <a:p>
            <a:pPr>
              <a:lnSpc>
                <a:spcPct val="90000"/>
              </a:lnSpc>
            </a:pPr>
            <a:r>
              <a:rPr b="1" lang="es-ES" sz="4800" spc="-1" strike="noStrike">
                <a:solidFill>
                  <a:srgbClr val="000000"/>
                </a:solidFill>
                <a:latin typeface="Neue Haas Grotesk Text Pro"/>
              </a:rPr>
              <a:t>Enginyeria del Software</a:t>
            </a:r>
            <a:endParaRPr b="0" lang="es-ES" sz="4800" spc="-1" strike="noStrike">
              <a:solidFill>
                <a:srgbClr val="000000"/>
              </a:solidFill>
              <a:latin typeface="Neue Haas Grotesk Text Pro"/>
            </a:endParaRPr>
          </a:p>
        </p:txBody>
      </p:sp>
      <p:sp>
        <p:nvSpPr>
          <p:cNvPr id="91" name="CustomShape 4"/>
          <p:cNvSpPr/>
          <p:nvPr/>
        </p:nvSpPr>
        <p:spPr>
          <a:xfrm rot="5400000">
            <a:off x="8130960" y="346320"/>
            <a:ext cx="145800" cy="703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92" name="CustomShape 5"/>
          <p:cNvSpPr/>
          <p:nvPr/>
        </p:nvSpPr>
        <p:spPr>
          <a:xfrm>
            <a:off x="7851600" y="4546800"/>
            <a:ext cx="4023000" cy="18000"/>
          </a:xfrm>
          <a:prstGeom prst="rect">
            <a:avLst/>
          </a:prstGeom>
          <a:solidFill>
            <a:schemeClr val="tx2">
              <a:lumMod val="25000"/>
              <a:lumOff val="75000"/>
            </a:schemeClr>
          </a:solidFill>
          <a:ln w="324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p:style>
      </p:sp>
      <p:sp>
        <p:nvSpPr>
          <p:cNvPr id="93" name="CustomShape 6"/>
          <p:cNvSpPr/>
          <p:nvPr/>
        </p:nvSpPr>
        <p:spPr>
          <a:xfrm>
            <a:off x="7848720" y="4872960"/>
            <a:ext cx="4023000" cy="1359000"/>
          </a:xfrm>
          <a:prstGeom prst="rect">
            <a:avLst/>
          </a:prstGeom>
          <a:noFill/>
          <a:ln>
            <a:noFill/>
          </a:ln>
        </p:spPr>
        <p:style>
          <a:lnRef idx="0"/>
          <a:fillRef idx="0"/>
          <a:effectRef idx="0"/>
          <a:fontRef idx="minor"/>
        </p:style>
        <p:txBody>
          <a:bodyPr>
            <a:normAutofit fontScale="91000"/>
          </a:bodyPr>
          <a:p>
            <a:pPr>
              <a:lnSpc>
                <a:spcPct val="100000"/>
              </a:lnSpc>
              <a:spcBef>
                <a:spcPts val="1001"/>
              </a:spcBef>
            </a:pPr>
            <a:r>
              <a:rPr b="0" lang="en-GB" sz="1400" spc="-1" strike="noStrike">
                <a:solidFill>
                  <a:srgbClr val="000000"/>
                </a:solidFill>
                <a:latin typeface="Neue Haas Grotesk Text Pro"/>
              </a:rPr>
              <a:t>Pràctiques: Grup 411-09</a:t>
            </a:r>
            <a:endParaRPr b="0" lang="en-GB" sz="1400" spc="-1" strike="noStrike">
              <a:latin typeface="Arial"/>
            </a:endParaRPr>
          </a:p>
          <a:p>
            <a:pPr>
              <a:lnSpc>
                <a:spcPct val="100000"/>
              </a:lnSpc>
              <a:spcBef>
                <a:spcPts val="1001"/>
              </a:spcBef>
            </a:pPr>
            <a:endParaRPr b="0" lang="en-GB" sz="1400" spc="-1" strike="noStrike">
              <a:latin typeface="Arial"/>
            </a:endParaRPr>
          </a:p>
          <a:p>
            <a:pPr>
              <a:lnSpc>
                <a:spcPct val="100000"/>
              </a:lnSpc>
              <a:spcBef>
                <a:spcPts val="1001"/>
              </a:spcBef>
            </a:pPr>
            <a:r>
              <a:rPr b="0" lang="en-GB" sz="1400" spc="-1" strike="noStrike">
                <a:solidFill>
                  <a:srgbClr val="000000"/>
                </a:solidFill>
                <a:latin typeface="Neue Haas Grotesk Text Pro"/>
              </a:rPr>
              <a:t>Sprint 01: Requisits Funcionals i No Funcionals</a:t>
            </a:r>
            <a:endParaRPr b="0" lang="en-GB"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Shape 1"/>
          <p:cNvSpPr txBox="1"/>
          <p:nvPr/>
        </p:nvSpPr>
        <p:spPr>
          <a:xfrm>
            <a:off x="1115640" y="548640"/>
            <a:ext cx="10167840" cy="1179360"/>
          </a:xfrm>
          <a:prstGeom prst="rect">
            <a:avLst/>
          </a:prstGeom>
          <a:noFill/>
          <a:ln>
            <a:noFill/>
          </a:ln>
        </p:spPr>
        <p:txBody>
          <a:bodyPr anchor="ctr">
            <a:noAutofit/>
          </a:bodyPr>
          <a:p>
            <a:pPr>
              <a:lnSpc>
                <a:spcPct val="90000"/>
              </a:lnSpc>
            </a:pPr>
            <a:r>
              <a:rPr b="1" lang="es-ES" sz="4000" spc="-1" strike="noStrike">
                <a:solidFill>
                  <a:srgbClr val="000000"/>
                </a:solidFill>
                <a:latin typeface="Neue Haas Grotesk Text Pro"/>
              </a:rPr>
              <a:t>Composició de l’equip </a:t>
            </a:r>
            <a:endParaRPr b="0" lang="es-ES" sz="4000" spc="-1" strike="noStrike">
              <a:solidFill>
                <a:srgbClr val="000000"/>
              </a:solidFill>
              <a:latin typeface="Neue Haas Grotesk Text Pro"/>
            </a:endParaRPr>
          </a:p>
        </p:txBody>
      </p:sp>
      <p:sp>
        <p:nvSpPr>
          <p:cNvPr id="95" name="TextShape 2"/>
          <p:cNvSpPr txBox="1"/>
          <p:nvPr/>
        </p:nvSpPr>
        <p:spPr>
          <a:xfrm>
            <a:off x="8540640" y="6356520"/>
            <a:ext cx="2742840" cy="364680"/>
          </a:xfrm>
          <a:prstGeom prst="rect">
            <a:avLst/>
          </a:prstGeom>
          <a:noFill/>
          <a:ln>
            <a:noFill/>
          </a:ln>
        </p:spPr>
        <p:txBody>
          <a:bodyPr anchor="ctr">
            <a:noAutofit/>
          </a:bodyPr>
          <a:p>
            <a:pPr algn="r">
              <a:lnSpc>
                <a:spcPct val="100000"/>
              </a:lnSpc>
            </a:pPr>
            <a:fld id="{C36BF8BA-0BD6-40A2-A12B-CBFC398C341F}" type="slidenum">
              <a:rPr b="0" lang="en-GB" sz="1200" spc="-1" strike="noStrike">
                <a:solidFill>
                  <a:srgbClr val="8b8b8b"/>
                </a:solidFill>
                <a:latin typeface="Neue Haas Grotesk Text Pro"/>
              </a:rPr>
              <a:t>1</a:t>
            </a:fld>
            <a:endParaRPr b="0" lang="en-GB" sz="1200" spc="-1" strike="noStrike">
              <a:latin typeface="Times New Roman"/>
            </a:endParaRPr>
          </a:p>
        </p:txBody>
      </p:sp>
      <p:pic>
        <p:nvPicPr>
          <p:cNvPr id="96" name="Picture 2" descr=""/>
          <p:cNvPicPr/>
          <p:nvPr/>
        </p:nvPicPr>
        <p:blipFill>
          <a:blip r:embed="rId1"/>
          <a:stretch/>
        </p:blipFill>
        <p:spPr>
          <a:xfrm>
            <a:off x="4210200" y="2312640"/>
            <a:ext cx="1208880" cy="1208880"/>
          </a:xfrm>
          <a:prstGeom prst="rect">
            <a:avLst/>
          </a:prstGeom>
          <a:ln>
            <a:noFill/>
          </a:ln>
        </p:spPr>
      </p:pic>
      <p:sp>
        <p:nvSpPr>
          <p:cNvPr id="97" name="CustomShape 3"/>
          <p:cNvSpPr/>
          <p:nvPr/>
        </p:nvSpPr>
        <p:spPr>
          <a:xfrm>
            <a:off x="3891240" y="3638880"/>
            <a:ext cx="231876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GB" sz="1800" spc="-1" strike="noStrike">
                <a:solidFill>
                  <a:srgbClr val="000000"/>
                </a:solidFill>
                <a:latin typeface="Neue Haas Grotesk Text Pro"/>
              </a:rPr>
              <a:t>Òscar Raneda Halminen</a:t>
            </a:r>
            <a:endParaRPr b="1" lang="en-GB" sz="1800" spc="-1" strike="noStrike">
              <a:latin typeface="Arial"/>
            </a:endParaRPr>
          </a:p>
        </p:txBody>
      </p:sp>
      <p:pic>
        <p:nvPicPr>
          <p:cNvPr id="98" name="Picture 2" descr=""/>
          <p:cNvPicPr/>
          <p:nvPr/>
        </p:nvPicPr>
        <p:blipFill>
          <a:blip r:embed="rId2"/>
          <a:stretch/>
        </p:blipFill>
        <p:spPr>
          <a:xfrm>
            <a:off x="6831720" y="2312640"/>
            <a:ext cx="1208880" cy="1208880"/>
          </a:xfrm>
          <a:prstGeom prst="rect">
            <a:avLst/>
          </a:prstGeom>
          <a:ln>
            <a:noFill/>
          </a:ln>
        </p:spPr>
      </p:pic>
      <p:sp>
        <p:nvSpPr>
          <p:cNvPr id="99" name="CustomShape 4"/>
          <p:cNvSpPr/>
          <p:nvPr/>
        </p:nvSpPr>
        <p:spPr>
          <a:xfrm>
            <a:off x="6512760" y="3638880"/>
            <a:ext cx="231876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GB" sz="1800" spc="-1" strike="noStrike">
                <a:solidFill>
                  <a:srgbClr val="000000"/>
                </a:solidFill>
                <a:latin typeface="Neue Haas Grotesk Text Pro"/>
              </a:rPr>
              <a:t>Adam Pérez Pulgarín</a:t>
            </a:r>
            <a:endParaRPr b="0" lang="en-GB" sz="1800" spc="-1" strike="noStrike">
              <a:latin typeface="Arial"/>
            </a:endParaRPr>
          </a:p>
        </p:txBody>
      </p:sp>
      <p:pic>
        <p:nvPicPr>
          <p:cNvPr id="100" name="Picture 2" descr=""/>
          <p:cNvPicPr/>
          <p:nvPr/>
        </p:nvPicPr>
        <p:blipFill>
          <a:blip r:embed="rId3"/>
          <a:stretch/>
        </p:blipFill>
        <p:spPr>
          <a:xfrm>
            <a:off x="4210200" y="4472640"/>
            <a:ext cx="1208880" cy="1208880"/>
          </a:xfrm>
          <a:prstGeom prst="rect">
            <a:avLst/>
          </a:prstGeom>
          <a:ln>
            <a:noFill/>
          </a:ln>
        </p:spPr>
      </p:pic>
      <p:sp>
        <p:nvSpPr>
          <p:cNvPr id="101" name="CustomShape 5"/>
          <p:cNvSpPr/>
          <p:nvPr/>
        </p:nvSpPr>
        <p:spPr>
          <a:xfrm>
            <a:off x="3891240" y="5799240"/>
            <a:ext cx="231876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GB" sz="1800" spc="-1" strike="noStrike">
                <a:solidFill>
                  <a:srgbClr val="000000"/>
                </a:solidFill>
                <a:latin typeface="Neue Haas Grotesk Text Pro"/>
              </a:rPr>
              <a:t>Jan Real López</a:t>
            </a:r>
            <a:endParaRPr b="0" lang="en-GB" sz="1800" spc="-1" strike="noStrike">
              <a:latin typeface="Arial"/>
            </a:endParaRPr>
          </a:p>
        </p:txBody>
      </p:sp>
      <p:sp>
        <p:nvSpPr>
          <p:cNvPr id="102" name="CustomShape 6"/>
          <p:cNvSpPr/>
          <p:nvPr/>
        </p:nvSpPr>
        <p:spPr>
          <a:xfrm>
            <a:off x="6512760" y="5799240"/>
            <a:ext cx="231876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GB" sz="1800" spc="-1" strike="noStrike">
                <a:solidFill>
                  <a:srgbClr val="000000"/>
                </a:solidFill>
                <a:latin typeface="Neue Haas Grotesk Text Pro"/>
              </a:rPr>
              <a:t>Iker Urruticoechea Puig</a:t>
            </a:r>
            <a:endParaRPr b="0" lang="en-GB" sz="1800" spc="-1" strike="noStrike">
              <a:latin typeface="Arial"/>
            </a:endParaRPr>
          </a:p>
        </p:txBody>
      </p:sp>
      <p:sp>
        <p:nvSpPr>
          <p:cNvPr id="103" name="CustomShape 7"/>
          <p:cNvSpPr/>
          <p:nvPr/>
        </p:nvSpPr>
        <p:spPr>
          <a:xfrm>
            <a:off x="6612840" y="3167280"/>
            <a:ext cx="4299840" cy="913320"/>
          </a:xfrm>
          <a:prstGeom prst="rect">
            <a:avLst/>
          </a:prstGeom>
          <a:noFill/>
          <a:ln>
            <a:noFill/>
          </a:ln>
        </p:spPr>
        <p:style>
          <a:lnRef idx="0"/>
          <a:fillRef idx="0"/>
          <a:effectRef idx="0"/>
          <a:fontRef idx="minor"/>
        </p:style>
      </p:sp>
      <p:pic>
        <p:nvPicPr>
          <p:cNvPr id="104" name="" descr=""/>
          <p:cNvPicPr/>
          <p:nvPr/>
        </p:nvPicPr>
        <p:blipFill>
          <a:blip r:embed="rId4"/>
          <a:stretch/>
        </p:blipFill>
        <p:spPr>
          <a:xfrm>
            <a:off x="6971760" y="4549680"/>
            <a:ext cx="984240" cy="123048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Shape 1"/>
          <p:cNvSpPr txBox="1"/>
          <p:nvPr/>
        </p:nvSpPr>
        <p:spPr>
          <a:xfrm>
            <a:off x="1115640" y="548640"/>
            <a:ext cx="10167840" cy="1179360"/>
          </a:xfrm>
          <a:prstGeom prst="rect">
            <a:avLst/>
          </a:prstGeom>
          <a:noFill/>
          <a:ln>
            <a:noFill/>
          </a:ln>
        </p:spPr>
        <p:txBody>
          <a:bodyPr anchor="ctr">
            <a:noAutofit/>
          </a:bodyPr>
          <a:p>
            <a:pPr>
              <a:lnSpc>
                <a:spcPct val="90000"/>
              </a:lnSpc>
            </a:pPr>
            <a:r>
              <a:rPr b="1" lang="es-ES" sz="4000" spc="-1" strike="noStrike">
                <a:solidFill>
                  <a:srgbClr val="000000"/>
                </a:solidFill>
                <a:latin typeface="Neue Haas Grotesk Text Pro"/>
              </a:rPr>
              <a:t>Tasques fetes al sprint</a:t>
            </a:r>
            <a:endParaRPr b="0" lang="es-ES" sz="4000" spc="-1" strike="noStrike">
              <a:solidFill>
                <a:srgbClr val="000000"/>
              </a:solidFill>
              <a:latin typeface="Neue Haas Grotesk Text Pro"/>
            </a:endParaRPr>
          </a:p>
        </p:txBody>
      </p:sp>
      <p:sp>
        <p:nvSpPr>
          <p:cNvPr id="106" name="TextShape 2"/>
          <p:cNvSpPr txBox="1"/>
          <p:nvPr/>
        </p:nvSpPr>
        <p:spPr>
          <a:xfrm>
            <a:off x="8540640" y="6356520"/>
            <a:ext cx="2742840" cy="364680"/>
          </a:xfrm>
          <a:prstGeom prst="rect">
            <a:avLst/>
          </a:prstGeom>
          <a:noFill/>
          <a:ln>
            <a:noFill/>
          </a:ln>
        </p:spPr>
        <p:txBody>
          <a:bodyPr anchor="ctr">
            <a:noAutofit/>
          </a:bodyPr>
          <a:p>
            <a:pPr algn="r">
              <a:lnSpc>
                <a:spcPct val="100000"/>
              </a:lnSpc>
            </a:pPr>
            <a:fld id="{A3266548-7ED6-4336-AF88-9501A4154BA5}" type="slidenum">
              <a:rPr b="0" lang="en-GB" sz="1200" spc="-1" strike="noStrike">
                <a:solidFill>
                  <a:srgbClr val="8b8b8b"/>
                </a:solidFill>
                <a:latin typeface="Neue Haas Grotesk Text Pro"/>
              </a:rPr>
              <a:t>1</a:t>
            </a:fld>
            <a:endParaRPr b="0" lang="en-GB" sz="1200" spc="-1" strike="noStrike">
              <a:latin typeface="Times New Roman"/>
            </a:endParaRPr>
          </a:p>
        </p:txBody>
      </p:sp>
      <p:sp>
        <p:nvSpPr>
          <p:cNvPr id="107" name="CustomShape 3"/>
          <p:cNvSpPr/>
          <p:nvPr/>
        </p:nvSpPr>
        <p:spPr>
          <a:xfrm>
            <a:off x="428760" y="2198880"/>
            <a:ext cx="10020600" cy="420444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GB" sz="1800" spc="-1" strike="noStrike">
                <a:solidFill>
                  <a:srgbClr val="000000"/>
                </a:solidFill>
                <a:latin typeface="Neue Haas Grotesk Text Pro"/>
              </a:rPr>
              <a:t>Tasques realitzades aquest sprint:</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ea typeface="Microsoft YaHei"/>
              </a:rPr>
              <a:t>Tasca 1: Creació del entorn Github i Trello (encarregat: </a:t>
            </a:r>
            <a:r>
              <a:rPr b="0" lang="en-GB" sz="1800" spc="-1" strike="noStrike">
                <a:solidFill>
                  <a:srgbClr val="000000"/>
                </a:solidFill>
                <a:latin typeface="Neue Haas Grotesk Text Pro"/>
              </a:rPr>
              <a:t>Òscar Raneda)</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ea typeface="Microsoft YaHei"/>
              </a:rPr>
              <a:t>Tasca 2: Requisits funcionals del GRUP 1: GESTIÓ DE COMPTES I CREACIÓ DE PERFILS D'USUARI, GRUP 2: REALITZACIÓ DE COMANDES i GRUP 3: ENVIAMENT DE COMANDES (encarregat: </a:t>
            </a:r>
            <a:r>
              <a:rPr b="0" lang="en-GB" sz="1800" spc="-1" strike="noStrike">
                <a:solidFill>
                  <a:srgbClr val="000000"/>
                </a:solidFill>
                <a:latin typeface="Neue Haas Grotesk Text Pro"/>
              </a:rPr>
              <a:t>Adam Pérez)</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ea typeface="Microsoft YaHei"/>
              </a:rPr>
              <a:t>Tasca 3: Requisits funcionals del GRUP 4: PAGAMENT DE LA COMANDA I GRUP 5: VALORACIÓ DE LA COMANDA (encarregat: Iker Urruticoechea)</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ea typeface="Microsoft YaHei"/>
              </a:rPr>
              <a:t>Tasca 4: Requisits funcionals del GRUP 6: FUNCIONALITATS ADDICIONALS i altres consideracions (encarregat: )</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ea typeface="Microsoft YaHei"/>
              </a:rPr>
              <a:t>Tasca 5: Burn-down chart (encarregat: )</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Shape 1"/>
          <p:cNvSpPr txBox="1"/>
          <p:nvPr/>
        </p:nvSpPr>
        <p:spPr>
          <a:xfrm>
            <a:off x="1115640" y="548640"/>
            <a:ext cx="10167840" cy="1179360"/>
          </a:xfrm>
          <a:prstGeom prst="rect">
            <a:avLst/>
          </a:prstGeom>
          <a:noFill/>
          <a:ln>
            <a:noFill/>
          </a:ln>
        </p:spPr>
        <p:txBody>
          <a:bodyPr anchor="ctr">
            <a:normAutofit fontScale="76000"/>
          </a:bodyPr>
          <a:p>
            <a:pPr>
              <a:lnSpc>
                <a:spcPct val="90000"/>
              </a:lnSpc>
            </a:pPr>
            <a:r>
              <a:rPr b="1" lang="es-ES" sz="4000" spc="-1" strike="noStrike">
                <a:solidFill>
                  <a:srgbClr val="000000"/>
                </a:solidFill>
                <a:latin typeface="Neue Haas Grotesk Text Pro"/>
              </a:rPr>
              <a:t>Perfils d’usuari a l’aplicació QUEMENGES</a:t>
            </a:r>
            <a:endParaRPr b="0" lang="es-ES" sz="4000" spc="-1" strike="noStrike">
              <a:solidFill>
                <a:srgbClr val="000000"/>
              </a:solidFill>
              <a:latin typeface="Neue Haas Grotesk Text Pro"/>
            </a:endParaRPr>
          </a:p>
        </p:txBody>
      </p:sp>
      <p:sp>
        <p:nvSpPr>
          <p:cNvPr id="109" name="TextShape 2"/>
          <p:cNvSpPr txBox="1"/>
          <p:nvPr/>
        </p:nvSpPr>
        <p:spPr>
          <a:xfrm>
            <a:off x="8540640" y="6356520"/>
            <a:ext cx="2742840" cy="364680"/>
          </a:xfrm>
          <a:prstGeom prst="rect">
            <a:avLst/>
          </a:prstGeom>
          <a:noFill/>
          <a:ln>
            <a:noFill/>
          </a:ln>
        </p:spPr>
        <p:txBody>
          <a:bodyPr anchor="ctr">
            <a:noAutofit/>
          </a:bodyPr>
          <a:p>
            <a:pPr algn="r">
              <a:lnSpc>
                <a:spcPct val="100000"/>
              </a:lnSpc>
            </a:pPr>
            <a:fld id="{3CA93B3B-7F9B-4AD2-B3E2-4126775B077D}" type="slidenum">
              <a:rPr b="0" lang="en-GB" sz="1200" spc="-1" strike="noStrike">
                <a:solidFill>
                  <a:srgbClr val="8b8b8b"/>
                </a:solidFill>
                <a:latin typeface="Neue Haas Grotesk Text Pro"/>
              </a:rPr>
              <a:t>4</a:t>
            </a:fld>
            <a:endParaRPr b="0" lang="en-GB" sz="1200" spc="-1" strike="noStrike">
              <a:latin typeface="Times New Roman"/>
            </a:endParaRPr>
          </a:p>
        </p:txBody>
      </p:sp>
      <p:sp>
        <p:nvSpPr>
          <p:cNvPr id="110" name="CustomShape 3"/>
          <p:cNvSpPr/>
          <p:nvPr/>
        </p:nvSpPr>
        <p:spPr>
          <a:xfrm>
            <a:off x="428760" y="2198880"/>
            <a:ext cx="10020600" cy="173556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GB" sz="1800" spc="-1" strike="noStrike">
                <a:solidFill>
                  <a:srgbClr val="000000"/>
                </a:solidFill>
                <a:latin typeface="Neue Haas Grotesk Text Pro"/>
              </a:rPr>
              <a:t>En aquesta transparència volem un llistat de tots els perfils que heu identificat al enunciat</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Per exemple:</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Perfil 1: Client</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Shape 1"/>
          <p:cNvSpPr txBox="1"/>
          <p:nvPr/>
        </p:nvSpPr>
        <p:spPr>
          <a:xfrm>
            <a:off x="1115640" y="548640"/>
            <a:ext cx="10167840" cy="1179360"/>
          </a:xfrm>
          <a:prstGeom prst="rect">
            <a:avLst/>
          </a:prstGeom>
          <a:noFill/>
          <a:ln>
            <a:noFill/>
          </a:ln>
        </p:spPr>
        <p:txBody>
          <a:bodyPr anchor="ctr">
            <a:noAutofit/>
          </a:bodyPr>
          <a:p>
            <a:pPr>
              <a:lnSpc>
                <a:spcPct val="90000"/>
              </a:lnSpc>
            </a:pPr>
            <a:r>
              <a:rPr b="1" lang="es-ES" sz="4000" spc="-1" strike="noStrike">
                <a:solidFill>
                  <a:srgbClr val="000000"/>
                </a:solidFill>
                <a:latin typeface="Neue Haas Grotesk Text Pro"/>
              </a:rPr>
              <a:t>Requisits</a:t>
            </a:r>
            <a:endParaRPr b="0" lang="es-ES" sz="4000" spc="-1" strike="noStrike">
              <a:solidFill>
                <a:srgbClr val="000000"/>
              </a:solidFill>
              <a:latin typeface="Neue Haas Grotesk Text Pro"/>
            </a:endParaRPr>
          </a:p>
        </p:txBody>
      </p:sp>
      <p:sp>
        <p:nvSpPr>
          <p:cNvPr id="112" name="TextShape 2"/>
          <p:cNvSpPr txBox="1"/>
          <p:nvPr/>
        </p:nvSpPr>
        <p:spPr>
          <a:xfrm>
            <a:off x="8540640" y="6356520"/>
            <a:ext cx="2742840" cy="364680"/>
          </a:xfrm>
          <a:prstGeom prst="rect">
            <a:avLst/>
          </a:prstGeom>
          <a:noFill/>
          <a:ln>
            <a:noFill/>
          </a:ln>
        </p:spPr>
        <p:txBody>
          <a:bodyPr anchor="ctr">
            <a:noAutofit/>
          </a:bodyPr>
          <a:p>
            <a:pPr algn="r">
              <a:lnSpc>
                <a:spcPct val="100000"/>
              </a:lnSpc>
            </a:pPr>
            <a:fld id="{723D9EF6-BBC3-4DDA-B9BB-8CD71DA74200}" type="slidenum">
              <a:rPr b="0" lang="en-GB" sz="1200" spc="-1" strike="noStrike">
                <a:solidFill>
                  <a:srgbClr val="8b8b8b"/>
                </a:solidFill>
                <a:latin typeface="Neue Haas Grotesk Text Pro"/>
              </a:rPr>
              <a:t>4</a:t>
            </a:fld>
            <a:endParaRPr b="0" lang="en-GB" sz="1200" spc="-1" strike="noStrike">
              <a:latin typeface="Times New Roman"/>
            </a:endParaRPr>
          </a:p>
        </p:txBody>
      </p:sp>
      <p:sp>
        <p:nvSpPr>
          <p:cNvPr id="113" name="CustomShape 3"/>
          <p:cNvSpPr/>
          <p:nvPr/>
        </p:nvSpPr>
        <p:spPr>
          <a:xfrm>
            <a:off x="428760" y="2198880"/>
            <a:ext cx="11265840" cy="31078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GB" sz="1800" spc="-1" strike="noStrike">
                <a:solidFill>
                  <a:srgbClr val="000000"/>
                </a:solidFill>
                <a:latin typeface="Neue Haas Grotesk Text Pro"/>
              </a:rPr>
              <a:t>En aquesta secció de la presentació (pot ser més d’una transparència) volem un llistat de tots els requisits funcionals per cadascú dels perfils (una transparència per perfil). Només volem el nom del requisit i, en el cas de que sigui un requisit no funcional, el seu nom i tipus. Els requisits no funcional poden estar associats a un RF o ser independents, generals per a tot el software.</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Exemples FICTICIS:</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RF 01: El client podrà introduir fer comandes a l’aplicació</a:t>
            </a: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	</a:t>
            </a:r>
            <a:r>
              <a:rPr b="0" lang="en-GB" sz="1800" spc="-1" strike="noStrike">
                <a:solidFill>
                  <a:srgbClr val="000000"/>
                </a:solidFill>
                <a:latin typeface="Neue Haas Grotesk Text Pro"/>
              </a:rPr>
              <a:t>RNF 01: El màxim nombre de comandes simultànies és de 100 (RNF de Rendiment Estàtic)</a:t>
            </a:r>
            <a:endParaRPr b="0" lang="en-GB" sz="1800" spc="-1" strike="noStrike">
              <a:latin typeface="Arial"/>
            </a:endParaRPr>
          </a:p>
          <a:p>
            <a:pPr algn="just">
              <a:lnSpc>
                <a:spcPct val="100000"/>
              </a:lnSpc>
            </a:pPr>
            <a:endParaRPr b="0" lang="en-GB" sz="1800" spc="-1" strike="noStrike">
              <a:latin typeface="Arial"/>
            </a:endParaRPr>
          </a:p>
          <a:p>
            <a:pPr algn="just">
              <a:lnSpc>
                <a:spcPct val="100000"/>
              </a:lnSpc>
            </a:pPr>
            <a:r>
              <a:rPr b="0" lang="en-GB" sz="1800" spc="-1" strike="noStrike">
                <a:solidFill>
                  <a:srgbClr val="000000"/>
                </a:solidFill>
                <a:latin typeface="Neue Haas Grotesk Text Pro"/>
              </a:rPr>
              <a:t>RNF 02: La aplicació tindrà una interfaç amigable (RNF de Objectiu de Disseny)</a:t>
            </a:r>
            <a:endParaRPr b="0" lang="en-GB"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Shape 1"/>
          <p:cNvSpPr txBox="1"/>
          <p:nvPr/>
        </p:nvSpPr>
        <p:spPr>
          <a:xfrm>
            <a:off x="1115640" y="548640"/>
            <a:ext cx="10167840" cy="1179360"/>
          </a:xfrm>
          <a:prstGeom prst="rect">
            <a:avLst/>
          </a:prstGeom>
          <a:noFill/>
          <a:ln>
            <a:noFill/>
          </a:ln>
        </p:spPr>
        <p:txBody>
          <a:bodyPr anchor="ctr">
            <a:noAutofit/>
          </a:bodyPr>
          <a:p>
            <a:pPr>
              <a:lnSpc>
                <a:spcPct val="90000"/>
              </a:lnSpc>
            </a:pPr>
            <a:r>
              <a:rPr b="1" lang="es-ES" sz="4000" spc="-1" strike="noStrike">
                <a:solidFill>
                  <a:srgbClr val="000000"/>
                </a:solidFill>
                <a:latin typeface="Neue Haas Grotesk Text Pro"/>
              </a:rPr>
              <a:t>Burn-down chart</a:t>
            </a:r>
            <a:endParaRPr b="0" lang="es-ES" sz="4000" spc="-1" strike="noStrike">
              <a:solidFill>
                <a:srgbClr val="000000"/>
              </a:solidFill>
              <a:latin typeface="Neue Haas Grotesk Text Pro"/>
            </a:endParaRPr>
          </a:p>
        </p:txBody>
      </p:sp>
      <p:sp>
        <p:nvSpPr>
          <p:cNvPr id="115" name="TextShape 2"/>
          <p:cNvSpPr txBox="1"/>
          <p:nvPr/>
        </p:nvSpPr>
        <p:spPr>
          <a:xfrm>
            <a:off x="8540640" y="6356520"/>
            <a:ext cx="2742840" cy="364680"/>
          </a:xfrm>
          <a:prstGeom prst="rect">
            <a:avLst/>
          </a:prstGeom>
          <a:noFill/>
          <a:ln>
            <a:noFill/>
          </a:ln>
        </p:spPr>
        <p:txBody>
          <a:bodyPr anchor="ctr">
            <a:noAutofit/>
          </a:bodyPr>
          <a:p>
            <a:pPr algn="r">
              <a:lnSpc>
                <a:spcPct val="100000"/>
              </a:lnSpc>
            </a:pPr>
            <a:fld id="{AB4AA565-46A5-4E15-9C66-6BAAB6DAA45D}" type="slidenum">
              <a:rPr b="0" lang="en-GB" sz="1200" spc="-1" strike="noStrike">
                <a:solidFill>
                  <a:srgbClr val="8b8b8b"/>
                </a:solidFill>
                <a:latin typeface="Neue Haas Grotesk Text Pro"/>
              </a:rPr>
              <a:t>4</a:t>
            </a:fld>
            <a:endParaRPr b="0" lang="en-GB" sz="1200" spc="-1" strike="noStrike">
              <a:latin typeface="Times New Roman"/>
            </a:endParaRPr>
          </a:p>
        </p:txBody>
      </p:sp>
      <p:sp>
        <p:nvSpPr>
          <p:cNvPr id="116" name="CustomShape 3"/>
          <p:cNvSpPr/>
          <p:nvPr/>
        </p:nvSpPr>
        <p:spPr>
          <a:xfrm>
            <a:off x="428760" y="2198880"/>
            <a:ext cx="11265840" cy="3646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GB" sz="1800" spc="-1" strike="noStrike">
                <a:solidFill>
                  <a:srgbClr val="000000"/>
                </a:solidFill>
                <a:latin typeface="Neue Haas Grotesk Text Pro"/>
              </a:rPr>
              <a:t>En aquesta transparència volem el vostre burn-down Chart per aquest sprint</a:t>
            </a:r>
            <a:endParaRPr b="0" lang="en-GB" sz="1800" spc="-1" strike="noStrike">
              <a:latin typeface="Arial"/>
            </a:endParaRPr>
          </a:p>
        </p:txBody>
      </p:sp>
      <p:pic>
        <p:nvPicPr>
          <p:cNvPr id="117" name="Picture 4" descr=""/>
          <p:cNvPicPr/>
          <p:nvPr/>
        </p:nvPicPr>
        <p:blipFill>
          <a:blip r:embed="rId1"/>
          <a:stretch/>
        </p:blipFill>
        <p:spPr>
          <a:xfrm>
            <a:off x="3103200" y="2190960"/>
            <a:ext cx="5086440" cy="416520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119" name="Picture 3" descr=""/>
          <p:cNvPicPr/>
          <p:nvPr/>
        </p:nvPicPr>
        <p:blipFill>
          <a:blip r:embed="rId1"/>
          <a:srcRect l="0" t="1108" r="-2" b="0"/>
          <a:stretch/>
        </p:blipFill>
        <p:spPr>
          <a:xfrm>
            <a:off x="0" y="0"/>
            <a:ext cx="8668080" cy="6857640"/>
          </a:xfrm>
          <a:prstGeom prst="rect">
            <a:avLst/>
          </a:prstGeom>
          <a:ln>
            <a:noFill/>
          </a:ln>
        </p:spPr>
      </p:pic>
      <p:sp>
        <p:nvSpPr>
          <p:cNvPr id="120" name="CustomShape 2"/>
          <p:cNvSpPr/>
          <p:nvPr/>
        </p:nvSpPr>
        <p:spPr>
          <a:xfrm flipH="1">
            <a:off x="3711600" y="0"/>
            <a:ext cx="8480160" cy="6857640"/>
          </a:xfrm>
          <a:prstGeom prst="rect">
            <a:avLst/>
          </a:prstGeom>
          <a:gradFill rotWithShape="0">
            <a:gsLst>
              <a:gs pos="0">
                <a:srgbClr val="ffffff"/>
              </a:gs>
              <a:gs pos="100000">
                <a:srgbClr val="ffffff"/>
              </a:gs>
            </a:gsLst>
            <a:lin ang="10800000"/>
          </a:gradFill>
          <a:ln>
            <a:noFill/>
          </a:ln>
        </p:spPr>
        <p:style>
          <a:lnRef idx="2">
            <a:schemeClr val="accent1">
              <a:shade val="50000"/>
            </a:schemeClr>
          </a:lnRef>
          <a:fillRef idx="1">
            <a:schemeClr val="accent1"/>
          </a:fillRef>
          <a:effectRef idx="0">
            <a:schemeClr val="accent1"/>
          </a:effectRef>
          <a:fontRef idx="minor"/>
        </p:style>
      </p:sp>
      <p:sp>
        <p:nvSpPr>
          <p:cNvPr id="121" name="TextShape 3"/>
          <p:cNvSpPr txBox="1"/>
          <p:nvPr/>
        </p:nvSpPr>
        <p:spPr>
          <a:xfrm>
            <a:off x="7848720" y="1122480"/>
            <a:ext cx="4023000" cy="3203640"/>
          </a:xfrm>
          <a:prstGeom prst="rect">
            <a:avLst/>
          </a:prstGeom>
          <a:noFill/>
          <a:ln>
            <a:noFill/>
          </a:ln>
        </p:spPr>
        <p:txBody>
          <a:bodyPr anchor="b">
            <a:normAutofit/>
          </a:bodyPr>
          <a:p>
            <a:pPr>
              <a:lnSpc>
                <a:spcPct val="90000"/>
              </a:lnSpc>
            </a:pPr>
            <a:r>
              <a:rPr b="1" lang="es-ES" sz="4800" spc="-1" strike="noStrike">
                <a:solidFill>
                  <a:srgbClr val="000000"/>
                </a:solidFill>
                <a:latin typeface="Neue Haas Grotesk Text Pro"/>
              </a:rPr>
              <a:t>Enginyeria del Software</a:t>
            </a:r>
            <a:endParaRPr b="0" lang="es-ES" sz="4800" spc="-1" strike="noStrike">
              <a:solidFill>
                <a:srgbClr val="000000"/>
              </a:solidFill>
              <a:latin typeface="Neue Haas Grotesk Text Pro"/>
            </a:endParaRPr>
          </a:p>
        </p:txBody>
      </p:sp>
      <p:sp>
        <p:nvSpPr>
          <p:cNvPr id="122" name="CustomShape 4"/>
          <p:cNvSpPr/>
          <p:nvPr/>
        </p:nvSpPr>
        <p:spPr>
          <a:xfrm rot="5400000">
            <a:off x="8130960" y="346320"/>
            <a:ext cx="145800" cy="703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123" name="CustomShape 5"/>
          <p:cNvSpPr/>
          <p:nvPr/>
        </p:nvSpPr>
        <p:spPr>
          <a:xfrm>
            <a:off x="7851600" y="4546800"/>
            <a:ext cx="4023000" cy="18000"/>
          </a:xfrm>
          <a:prstGeom prst="rect">
            <a:avLst/>
          </a:prstGeom>
          <a:solidFill>
            <a:schemeClr val="tx2">
              <a:lumMod val="25000"/>
              <a:lumOff val="75000"/>
            </a:schemeClr>
          </a:solidFill>
          <a:ln w="3240">
            <a:solidFill>
              <a:schemeClr val="tx2">
                <a:lumMod val="25000"/>
                <a:lumOff val="75000"/>
              </a:schemeClr>
            </a:solidFill>
          </a:ln>
        </p:spPr>
        <p:style>
          <a:lnRef idx="2">
            <a:schemeClr val="accent1">
              <a:shade val="50000"/>
            </a:schemeClr>
          </a:lnRef>
          <a:fillRef idx="1">
            <a:schemeClr val="accent1"/>
          </a:fillRef>
          <a:effectRef idx="0">
            <a:schemeClr val="accent1"/>
          </a:effectRef>
          <a:fontRef idx="minor"/>
        </p:style>
      </p:sp>
      <p:sp>
        <p:nvSpPr>
          <p:cNvPr id="124" name="CustomShape 6"/>
          <p:cNvSpPr/>
          <p:nvPr/>
        </p:nvSpPr>
        <p:spPr>
          <a:xfrm>
            <a:off x="7848720" y="4872960"/>
            <a:ext cx="4023000" cy="1359000"/>
          </a:xfrm>
          <a:prstGeom prst="rect">
            <a:avLst/>
          </a:prstGeom>
          <a:noFill/>
          <a:ln>
            <a:noFill/>
          </a:ln>
        </p:spPr>
        <p:style>
          <a:lnRef idx="0"/>
          <a:fillRef idx="0"/>
          <a:effectRef idx="0"/>
          <a:fontRef idx="minor"/>
        </p:style>
        <p:txBody>
          <a:bodyPr>
            <a:normAutofit fontScale="91000"/>
          </a:bodyPr>
          <a:p>
            <a:pPr>
              <a:lnSpc>
                <a:spcPct val="100000"/>
              </a:lnSpc>
              <a:spcBef>
                <a:spcPts val="1001"/>
              </a:spcBef>
            </a:pPr>
            <a:r>
              <a:rPr b="0" lang="en-GB" sz="1400" spc="-1" strike="noStrike">
                <a:solidFill>
                  <a:srgbClr val="000000"/>
                </a:solidFill>
                <a:latin typeface="Neue Haas Grotesk Text Pro"/>
              </a:rPr>
              <a:t>Pràctiques: Grup 411-09</a:t>
            </a:r>
            <a:endParaRPr b="0" lang="en-GB" sz="1400" spc="-1" strike="noStrike">
              <a:latin typeface="Arial"/>
            </a:endParaRPr>
          </a:p>
          <a:p>
            <a:pPr>
              <a:lnSpc>
                <a:spcPct val="100000"/>
              </a:lnSpc>
              <a:spcBef>
                <a:spcPts val="1001"/>
              </a:spcBef>
            </a:pPr>
            <a:endParaRPr b="0" lang="en-GB" sz="1400" spc="-1" strike="noStrike">
              <a:latin typeface="Arial"/>
            </a:endParaRPr>
          </a:p>
          <a:p>
            <a:pPr>
              <a:lnSpc>
                <a:spcPct val="100000"/>
              </a:lnSpc>
              <a:spcBef>
                <a:spcPts val="1001"/>
              </a:spcBef>
            </a:pPr>
            <a:r>
              <a:rPr b="0" lang="en-GB" sz="1400" spc="-1" strike="noStrike">
                <a:solidFill>
                  <a:srgbClr val="000000"/>
                </a:solidFill>
                <a:latin typeface="Neue Haas Grotesk Text Pro"/>
              </a:rPr>
              <a:t>Sprint 01: Requisits Funcionals i No Funcionals</a:t>
            </a:r>
            <a:endParaRPr b="0" lang="en-GB"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12426"/>
      </a:dk2>
      <a:lt2>
        <a:srgbClr val="e2e8e8"/>
      </a:lt2>
      <a:accent1>
        <a:srgbClr val="c34d54"/>
      </a:accent1>
      <a:accent2>
        <a:srgbClr val="b1643b"/>
      </a:accent2>
      <a:accent3>
        <a:srgbClr val="bba149"/>
      </a:accent3>
      <a:accent4>
        <a:srgbClr val="98ad39"/>
      </a:accent4>
      <a:accent5>
        <a:srgbClr val="72b346"/>
      </a:accent5>
      <a:accent6>
        <a:srgbClr val="3bb13d"/>
      </a:accent6>
      <a:hlink>
        <a:srgbClr val="30928b"/>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12426"/>
      </a:dk2>
      <a:lt2>
        <a:srgbClr val="e2e8e8"/>
      </a:lt2>
      <a:accent1>
        <a:srgbClr val="c34d54"/>
      </a:accent1>
      <a:accent2>
        <a:srgbClr val="b1643b"/>
      </a:accent2>
      <a:accent3>
        <a:srgbClr val="bba149"/>
      </a:accent3>
      <a:accent4>
        <a:srgbClr val="98ad39"/>
      </a:accent4>
      <a:accent5>
        <a:srgbClr val="72b346"/>
      </a:accent5>
      <a:accent6>
        <a:srgbClr val="3bb13d"/>
      </a:accent6>
      <a:hlink>
        <a:srgbClr val="30928b"/>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b814fa0-4f1b-4d56-8a36-064af1e36e66">
      <UserInfo>
        <DisplayName/>
        <AccountId xsi:nil="true"/>
        <AccountType/>
      </UserInfo>
    </SharedWithUsers>
    <_activity xmlns="b1fa7ccf-aa4f-4f27-84db-07667d020ac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3BD3DC6F0E81D4FA56575A4B7B24AF5" ma:contentTypeVersion="14" ma:contentTypeDescription="Crear nuevo documento." ma:contentTypeScope="" ma:versionID="ded3d347f3a98b31a82ee0cc093f824b">
  <xsd:schema xmlns:xsd="http://www.w3.org/2001/XMLSchema" xmlns:xs="http://www.w3.org/2001/XMLSchema" xmlns:p="http://schemas.microsoft.com/office/2006/metadata/properties" xmlns:ns3="7b814fa0-4f1b-4d56-8a36-064af1e36e66" xmlns:ns4="b1fa7ccf-aa4f-4f27-84db-07667d020acb" targetNamespace="http://schemas.microsoft.com/office/2006/metadata/properties" ma:root="true" ma:fieldsID="fe3adeea5df1e60fd0d7c7fb86895927" ns3:_="" ns4:_="">
    <xsd:import namespace="7b814fa0-4f1b-4d56-8a36-064af1e36e66"/>
    <xsd:import namespace="b1fa7ccf-aa4f-4f27-84db-07667d020ac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814fa0-4f1b-4d56-8a36-064af1e36e66"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fa7ccf-aa4f-4f27-84db-07667d020a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BF3923-D9E5-4962-BBB8-690B0ABC4F42}">
  <ds:schemaRefs>
    <ds:schemaRef ds:uri="http://www.w3.org/XML/1998/namespace"/>
    <ds:schemaRef ds:uri="b1fa7ccf-aa4f-4f27-84db-07667d020acb"/>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7b814fa0-4f1b-4d56-8a36-064af1e36e66"/>
    <ds:schemaRef ds:uri="http://purl.org/dc/dcmitype/"/>
    <ds:schemaRef ds:uri="http://purl.org/dc/terms/"/>
  </ds:schemaRefs>
</ds:datastoreItem>
</file>

<file path=customXml/itemProps2.xml><?xml version="1.0" encoding="utf-8"?>
<ds:datastoreItem xmlns:ds="http://schemas.openxmlformats.org/officeDocument/2006/customXml" ds:itemID="{04171512-FDE1-4E49-B7EA-58AD2B333724}">
  <ds:schemaRefs>
    <ds:schemaRef ds:uri="http://schemas.microsoft.com/sharepoint/v3/contenttype/forms"/>
  </ds:schemaRefs>
</ds:datastoreItem>
</file>

<file path=customXml/itemProps3.xml><?xml version="1.0" encoding="utf-8"?>
<ds:datastoreItem xmlns:ds="http://schemas.openxmlformats.org/officeDocument/2006/customXml" ds:itemID="{E77A2FCE-FB77-4A2D-98B9-B8BD51BEE8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814fa0-4f1b-4d56-8a36-064af1e36e66"/>
    <ds:schemaRef ds:uri="b1fa7ccf-aa4f-4f27-84db-07667d020a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7776</TotalTime>
  <Application>Trio_Office/6.2.8.2$Windows_x86 LibreOffice_project/</Application>
  <Words>286</Words>
  <Paragraphs>46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2023-02-10T08:32:17Z</dcterms:created>
  <dc:creator>Jorge Bernal del Nozal</dc:creator>
  <dc:description/>
  <dc:language>en-GB</dc:language>
  <cp:lastModifiedBy/>
  <dcterms:modified xsi:type="dcterms:W3CDTF">2026-03-14T18:05:47Z</dcterms:modified>
  <cp:revision>37</cp:revision>
  <dc:subject/>
  <dc:title>Enginyeria del Software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lianceAssetId">
    <vt:lpwstr/>
  </property>
  <property fmtid="{D5CDD505-2E9C-101B-9397-08002B2CF9AE}" pid="4" name="ContentTypeId">
    <vt:lpwstr>0x01010063BD3DC6F0E81D4FA56575A4B7B24AF5</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0</vt:i4>
  </property>
  <property fmtid="{D5CDD505-2E9C-101B-9397-08002B2CF9AE}" pid="10" name="Order">
    <vt:i4>1700</vt:i4>
  </property>
  <property fmtid="{D5CDD505-2E9C-101B-9397-08002B2CF9AE}" pid="11" name="PresentationFormat">
    <vt:lpwstr>Panorámica</vt:lpwstr>
  </property>
  <property fmtid="{D5CDD505-2E9C-101B-9397-08002B2CF9AE}" pid="12" name="ScaleCrop">
    <vt:bool>0</vt:bool>
  </property>
  <property fmtid="{D5CDD505-2E9C-101B-9397-08002B2CF9AE}" pid="13" name="ShareDoc">
    <vt:bool>0</vt:bool>
  </property>
  <property fmtid="{D5CDD505-2E9C-101B-9397-08002B2CF9AE}" pid="14" name="Slides">
    <vt:i4>7</vt:i4>
  </property>
  <property fmtid="{D5CDD505-2E9C-101B-9397-08002B2CF9AE}" pid="15" name="TriggerFlowInfo">
    <vt:lpwstr/>
  </property>
  <property fmtid="{D5CDD505-2E9C-101B-9397-08002B2CF9AE}" pid="16" name="_ExtendedDescription">
    <vt:lpwstr/>
  </property>
</Properties>
</file>