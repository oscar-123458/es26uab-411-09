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3.xml" ContentType="application/vnd.openxmlformats-officedocument.presentationml.slideLayout+xml"/>
  <Override PartName="/ppt/slideLayouts/slideLayout10.xml" ContentType="application/vnd.openxmlformats-officedocument.presentationml.slideLayout+xml"/>
  <Override PartName="/ppt/slideLayouts/slideLayout22.xml" ContentType="application/vnd.openxmlformats-officedocument.presentationml.slideLayout+xml"/>
  <Override PartName="/ppt/slideLayouts/slideLayout9.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7.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3.xml" ContentType="application/vnd.openxmlformats-officedocument.presentationml.slideLayout+xml"/>
  <Override PartName="/ppt/slideLayouts/slideLayout20.xml" ContentType="application/vnd.openxmlformats-officedocument.presentationml.slideLayout+xml"/>
  <Override PartName="/ppt/slideLayouts/slideLayout1.xml" ContentType="application/vnd.openxmlformats-officedocument.presentationml.slideLayout+xml"/>
  <Override PartName="/ppt/slideLayouts/slideLayout16.xml" ContentType="application/vnd.openxmlformats-officedocument.presentationml.slideLayout+xml"/>
  <Override PartName="/ppt/slideLayouts/slideLayout14.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bg>
      <p:bgPr>
        <a:solidFill>
          <a:srgbClr val="ffffff"/>
        </a:solidFill>
      </p:bgPr>
    </p:bg>
    <p:spTree>
      <p:nvGrpSpPr>
        <p:cNvPr id="1" name=""/>
        <p:cNvGrpSpPr/>
        <p:nvPr/>
      </p:nvGrpSpPr>
      <p:grpSpPr>
        <a:xfrm>
          <a:off x="0" y="0"/>
          <a:ext cx="0" cy="0"/>
          <a:chOff x="0" y="0"/>
          <a:chExt cx="0" cy="0"/>
        </a:xfrm>
      </p:grpSpPr>
      <p:sp>
        <p:nvSpPr>
          <p:cNvPr id="2"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3"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4"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5"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6"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7" name="PlaceHolder 4"/>
          <p:cNvSpPr>
            <a:spLocks noGrp="1"/>
          </p:cNvSpPr>
          <p:nvPr>
            <p:ph type="body"/>
          </p:nvPr>
        </p:nvSpPr>
        <p:spPr>
          <a:xfrm>
            <a:off x="609480" y="3682080"/>
            <a:ext cx="1097208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bg>
      <p:bgPr>
        <a:solidFill>
          <a:srgbClr val="ffffff"/>
        </a:solidFill>
      </p:bgPr>
    </p:bg>
    <p:spTree>
      <p:nvGrpSpPr>
        <p:cNvPr id="1" name=""/>
        <p:cNvGrpSpPr/>
        <p:nvPr/>
      </p:nvGrpSpPr>
      <p:grpSpPr>
        <a:xfrm>
          <a:off x="0" y="0"/>
          <a:ext cx="0" cy="0"/>
          <a:chOff x="0" y="0"/>
          <a:chExt cx="0" cy="0"/>
        </a:xfrm>
      </p:grpSpPr>
      <p:sp>
        <p:nvSpPr>
          <p:cNvPr id="8"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9"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10"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11" name="PlaceHolder 2"/>
          <p:cNvSpPr>
            <a:spLocks noGrp="1"/>
          </p:cNvSpPr>
          <p:nvPr>
            <p:ph type="body"/>
          </p:nvPr>
        </p:nvSpPr>
        <p:spPr>
          <a:xfrm>
            <a:off x="609480" y="1604520"/>
            <a:ext cx="1097208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12" name="PlaceHolder 3"/>
          <p:cNvSpPr>
            <a:spLocks noGrp="1"/>
          </p:cNvSpPr>
          <p:nvPr>
            <p:ph type="body"/>
          </p:nvPr>
        </p:nvSpPr>
        <p:spPr>
          <a:xfrm>
            <a:off x="609480" y="3682080"/>
            <a:ext cx="1097208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bg>
      <p:bgPr>
        <a:solidFill>
          <a:srgbClr val="ffffff"/>
        </a:solidFill>
      </p:bgPr>
    </p:bg>
    <p:spTree>
      <p:nvGrpSpPr>
        <p:cNvPr id="1" name=""/>
        <p:cNvGrpSpPr/>
        <p:nvPr/>
      </p:nvGrpSpPr>
      <p:grpSpPr>
        <a:xfrm>
          <a:off x="0" y="0"/>
          <a:ext cx="0" cy="0"/>
          <a:chOff x="0" y="0"/>
          <a:chExt cx="0" cy="0"/>
        </a:xfrm>
      </p:grpSpPr>
      <p:sp>
        <p:nvSpPr>
          <p:cNvPr id="13"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4"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15"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16"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17"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18"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19" name="PlaceHolder 5"/>
          <p:cNvSpPr>
            <a:spLocks noGrp="1"/>
          </p:cNvSpPr>
          <p:nvPr>
            <p:ph type="body"/>
          </p:nvPr>
        </p:nvSpPr>
        <p:spPr>
          <a:xfrm>
            <a:off x="6231960" y="368208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bg>
      <p:bgPr>
        <a:solidFill>
          <a:srgbClr val="ffffff"/>
        </a:solidFill>
      </p:bgPr>
    </p:bg>
    <p:spTree>
      <p:nvGrpSpPr>
        <p:cNvPr id="1" name=""/>
        <p:cNvGrpSpPr/>
        <p:nvPr/>
      </p:nvGrpSpPr>
      <p:grpSpPr>
        <a:xfrm>
          <a:off x="0" y="0"/>
          <a:ext cx="0" cy="0"/>
          <a:chOff x="0" y="0"/>
          <a:chExt cx="0" cy="0"/>
        </a:xfrm>
      </p:grpSpPr>
      <p:sp>
        <p:nvSpPr>
          <p:cNvPr id="20"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21"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22"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23" name="PlaceHolder 2"/>
          <p:cNvSpPr>
            <a:spLocks noGrp="1"/>
          </p:cNvSpPr>
          <p:nvPr>
            <p:ph type="body"/>
          </p:nvPr>
        </p:nvSpPr>
        <p:spPr>
          <a:xfrm>
            <a:off x="60948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24" name="PlaceHolder 3"/>
          <p:cNvSpPr>
            <a:spLocks noGrp="1"/>
          </p:cNvSpPr>
          <p:nvPr>
            <p:ph type="body"/>
          </p:nvPr>
        </p:nvSpPr>
        <p:spPr>
          <a:xfrm>
            <a:off x="431964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25" name="PlaceHolder 4"/>
          <p:cNvSpPr>
            <a:spLocks noGrp="1"/>
          </p:cNvSpPr>
          <p:nvPr>
            <p:ph type="body"/>
          </p:nvPr>
        </p:nvSpPr>
        <p:spPr>
          <a:xfrm>
            <a:off x="802980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26" name="PlaceHolder 5"/>
          <p:cNvSpPr>
            <a:spLocks noGrp="1"/>
          </p:cNvSpPr>
          <p:nvPr>
            <p:ph type="body"/>
          </p:nvPr>
        </p:nvSpPr>
        <p:spPr>
          <a:xfrm>
            <a:off x="60948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27" name="PlaceHolder 6"/>
          <p:cNvSpPr>
            <a:spLocks noGrp="1"/>
          </p:cNvSpPr>
          <p:nvPr>
            <p:ph type="body"/>
          </p:nvPr>
        </p:nvSpPr>
        <p:spPr>
          <a:xfrm>
            <a:off x="431964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28" name="PlaceHolder 7"/>
          <p:cNvSpPr>
            <a:spLocks noGrp="1"/>
          </p:cNvSpPr>
          <p:nvPr>
            <p:ph type="body"/>
          </p:nvPr>
        </p:nvSpPr>
        <p:spPr>
          <a:xfrm>
            <a:off x="802980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bg>
      <p:bgPr>
        <a:solidFill>
          <a:srgbClr val="ffffff"/>
        </a:solidFill>
      </p:bgPr>
    </p:bg>
    <p:spTree>
      <p:nvGrpSpPr>
        <p:cNvPr id="1" name=""/>
        <p:cNvGrpSpPr/>
        <p:nvPr/>
      </p:nvGrpSpPr>
      <p:grpSpPr>
        <a:xfrm>
          <a:off x="0" y="0"/>
          <a:ext cx="0" cy="0"/>
          <a:chOff x="0" y="0"/>
          <a:chExt cx="0" cy="0"/>
        </a:xfrm>
      </p:grpSpPr>
      <p:sp>
        <p:nvSpPr>
          <p:cNvPr id="29"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30"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bg>
      <p:bgPr>
        <a:solidFill>
          <a:srgbClr val="ffffff"/>
        </a:solidFill>
      </p:bgPr>
    </p:bg>
    <p:spTree>
      <p:nvGrpSpPr>
        <p:cNvPr id="1" name=""/>
        <p:cNvGrpSpPr/>
        <p:nvPr/>
      </p:nvGrpSpPr>
      <p:grpSpPr>
        <a:xfrm>
          <a:off x="0" y="0"/>
          <a:ext cx="0" cy="0"/>
          <a:chOff x="0" y="0"/>
          <a:chExt cx="0" cy="0"/>
        </a:xfrm>
      </p:grpSpPr>
      <p:sp>
        <p:nvSpPr>
          <p:cNvPr id="31"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32"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33"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3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3200" b="0" u="none" strike="noStrike">
                <a:solidFill>
                  <a:srgbClr val="000000"/>
                </a:solidFill>
                <a:effectLst/>
                <a:uFillTx/>
                <a:latin typeface="Arial"/>
              </a:rPr>
              <a:t>Click to edit the outline text format</a:t>
            </a:r>
            <a:endParaRPr lang="ca-E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2800" b="0" u="none" strike="noStrike">
                <a:solidFill>
                  <a:srgbClr val="000000"/>
                </a:solidFill>
                <a:effectLst/>
                <a:uFillTx/>
                <a:latin typeface="Arial"/>
              </a:rPr>
              <a:t>Second Outline Level</a:t>
            </a:r>
            <a:endParaRPr lang="ca-E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2400" b="0" u="none" strike="noStrike">
                <a:solidFill>
                  <a:srgbClr val="000000"/>
                </a:solidFill>
                <a:effectLst/>
                <a:uFillTx/>
                <a:latin typeface="Arial"/>
              </a:rPr>
              <a:t>Third Outline Level</a:t>
            </a:r>
            <a:endParaRPr lang="ca-E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2000" b="0" u="none" strike="noStrike">
                <a:solidFill>
                  <a:srgbClr val="000000"/>
                </a:solidFill>
                <a:effectLst/>
                <a:uFillTx/>
                <a:latin typeface="Arial"/>
              </a:rPr>
              <a:t>Fourth Outline Level</a:t>
            </a:r>
            <a:endParaRPr lang="ca-E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Fifth Outline Level</a:t>
            </a:r>
            <a:endParaRPr lang="ca-E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Sixth Outline Level</a:t>
            </a:r>
            <a:endParaRPr lang="ca-E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Seventh Outline Level</a:t>
            </a:r>
            <a:endParaRPr lang="ca-ES" sz="2000" b="0" u="none" strike="noStrik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bg>
      <p:bgPr>
        <a:solidFill>
          <a:srgbClr val="ffffff"/>
        </a:solidFill>
      </p:bgPr>
    </p:bg>
    <p:spTree>
      <p:nvGrpSpPr>
        <p:cNvPr id="1" name=""/>
        <p:cNvGrpSpPr/>
        <p:nvPr/>
      </p:nvGrpSpPr>
      <p:grpSpPr>
        <a:xfrm>
          <a:off x="0" y="0"/>
          <a:ext cx="0" cy="0"/>
          <a:chOff x="0" y="0"/>
          <a:chExt cx="0" cy="0"/>
        </a:xfrm>
      </p:grpSpPr>
      <p:sp>
        <p:nvSpPr>
          <p:cNvPr id="35"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36"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37"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38"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bg>
      <p:bgPr>
        <a:solidFill>
          <a:srgbClr val="ffffff"/>
        </a:solidFill>
      </p:bgPr>
    </p:bg>
    <p:spTree>
      <p:nvGrpSpPr>
        <p:cNvPr id="1" name=""/>
        <p:cNvGrpSpPr/>
        <p:nvPr/>
      </p:nvGrpSpPr>
      <p:grpSpPr>
        <a:xfrm>
          <a:off x="0" y="0"/>
          <a:ext cx="0" cy="0"/>
          <a:chOff x="0" y="0"/>
          <a:chExt cx="0" cy="0"/>
        </a:xfrm>
      </p:grpSpPr>
      <p:sp>
        <p:nvSpPr>
          <p:cNvPr id="39"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40"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41"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42"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43"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4"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45"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46"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bg>
      <p:bgPr>
        <a:solidFill>
          <a:srgbClr val="ffffff"/>
        </a:solidFill>
      </p:bgPr>
    </p:bg>
    <p:spTree>
      <p:nvGrpSpPr>
        <p:cNvPr id="1" name=""/>
        <p:cNvGrpSpPr/>
        <p:nvPr/>
      </p:nvGrpSpPr>
      <p:grpSpPr>
        <a:xfrm>
          <a:off x="0" y="0"/>
          <a:ext cx="0" cy="0"/>
          <a:chOff x="0" y="0"/>
          <a:chExt cx="0" cy="0"/>
        </a:xfrm>
      </p:grpSpPr>
      <p:sp>
        <p:nvSpPr>
          <p:cNvPr id="47"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48"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bg>
      <p:bgPr>
        <a:solidFill>
          <a:srgbClr val="ffffff"/>
        </a:solidFill>
      </p:bgPr>
    </p:bg>
    <p:spTree>
      <p:nvGrpSpPr>
        <p:cNvPr id="1" name=""/>
        <p:cNvGrpSpPr/>
        <p:nvPr/>
      </p:nvGrpSpPr>
      <p:grpSpPr>
        <a:xfrm>
          <a:off x="0" y="0"/>
          <a:ext cx="0" cy="0"/>
          <a:chOff x="0" y="0"/>
          <a:chExt cx="0" cy="0"/>
        </a:xfrm>
      </p:grpSpPr>
      <p:sp>
        <p:nvSpPr>
          <p:cNvPr id="49"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50"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51"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52"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53"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54"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bg>
      <p:bgPr>
        <a:solidFill>
          <a:srgbClr val="ffffff"/>
        </a:solidFill>
      </p:bgPr>
    </p:bg>
    <p:spTree>
      <p:nvGrpSpPr>
        <p:cNvPr id="1" name=""/>
        <p:cNvGrpSpPr/>
        <p:nvPr/>
      </p:nvGrpSpPr>
      <p:grpSpPr>
        <a:xfrm>
          <a:off x="0" y="0"/>
          <a:ext cx="0" cy="0"/>
          <a:chOff x="0" y="0"/>
          <a:chExt cx="0" cy="0"/>
        </a:xfrm>
      </p:grpSpPr>
      <p:sp>
        <p:nvSpPr>
          <p:cNvPr id="55"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56"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57"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58"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59"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60" name="PlaceHolder 4"/>
          <p:cNvSpPr>
            <a:spLocks noGrp="1"/>
          </p:cNvSpPr>
          <p:nvPr>
            <p:ph type="body"/>
          </p:nvPr>
        </p:nvSpPr>
        <p:spPr>
          <a:xfrm>
            <a:off x="6231960" y="368208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p:bg>
      <p:bgPr>
        <a:solidFill>
          <a:srgbClr val="ffffff"/>
        </a:solidFill>
      </p:bgPr>
    </p:bg>
    <p:spTree>
      <p:nvGrpSpPr>
        <p:cNvPr id="1" name=""/>
        <p:cNvGrpSpPr/>
        <p:nvPr/>
      </p:nvGrpSpPr>
      <p:grpSpPr>
        <a:xfrm>
          <a:off x="0" y="0"/>
          <a:ext cx="0" cy="0"/>
          <a:chOff x="0" y="0"/>
          <a:chExt cx="0" cy="0"/>
        </a:xfrm>
      </p:grpSpPr>
      <p:sp>
        <p:nvSpPr>
          <p:cNvPr id="61"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62"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63"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64"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65"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66"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67" name="PlaceHolder 4"/>
          <p:cNvSpPr>
            <a:spLocks noGrp="1"/>
          </p:cNvSpPr>
          <p:nvPr>
            <p:ph type="body"/>
          </p:nvPr>
        </p:nvSpPr>
        <p:spPr>
          <a:xfrm>
            <a:off x="609480" y="3682080"/>
            <a:ext cx="1097208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
    <p:bg>
      <p:bgPr>
        <a:solidFill>
          <a:srgbClr val="ffffff"/>
        </a:solidFill>
      </p:bgPr>
    </p:bg>
    <p:spTree>
      <p:nvGrpSpPr>
        <p:cNvPr id="1" name=""/>
        <p:cNvGrpSpPr/>
        <p:nvPr/>
      </p:nvGrpSpPr>
      <p:grpSpPr>
        <a:xfrm>
          <a:off x="0" y="0"/>
          <a:ext cx="0" cy="0"/>
          <a:chOff x="0" y="0"/>
          <a:chExt cx="0" cy="0"/>
        </a:xfrm>
      </p:grpSpPr>
      <p:sp>
        <p:nvSpPr>
          <p:cNvPr id="68"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69"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70"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71"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72" name="PlaceHolder 2"/>
          <p:cNvSpPr>
            <a:spLocks noGrp="1"/>
          </p:cNvSpPr>
          <p:nvPr>
            <p:ph type="body"/>
          </p:nvPr>
        </p:nvSpPr>
        <p:spPr>
          <a:xfrm>
            <a:off x="609480" y="1604520"/>
            <a:ext cx="1097208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73" name="PlaceHolder 3"/>
          <p:cNvSpPr>
            <a:spLocks noGrp="1"/>
          </p:cNvSpPr>
          <p:nvPr>
            <p:ph type="body"/>
          </p:nvPr>
        </p:nvSpPr>
        <p:spPr>
          <a:xfrm>
            <a:off x="609480" y="3682080"/>
            <a:ext cx="1097208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2">
    <p:bg>
      <p:bgPr>
        <a:solidFill>
          <a:srgbClr val="ffffff"/>
        </a:solidFill>
      </p:bgPr>
    </p:bg>
    <p:spTree>
      <p:nvGrpSpPr>
        <p:cNvPr id="1" name=""/>
        <p:cNvGrpSpPr/>
        <p:nvPr/>
      </p:nvGrpSpPr>
      <p:grpSpPr>
        <a:xfrm>
          <a:off x="0" y="0"/>
          <a:ext cx="0" cy="0"/>
          <a:chOff x="0" y="0"/>
          <a:chExt cx="0" cy="0"/>
        </a:xfrm>
      </p:grpSpPr>
      <p:sp>
        <p:nvSpPr>
          <p:cNvPr id="74"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75"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76"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77"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78"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79"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80"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81" name="PlaceHolder 5"/>
          <p:cNvSpPr>
            <a:spLocks noGrp="1"/>
          </p:cNvSpPr>
          <p:nvPr>
            <p:ph type="body"/>
          </p:nvPr>
        </p:nvSpPr>
        <p:spPr>
          <a:xfrm>
            <a:off x="6231960" y="368208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bg>
      <p:bgPr>
        <a:solidFill>
          <a:srgbClr val="ffffff"/>
        </a:solidFill>
      </p:bgPr>
    </p:bg>
    <p:spTree>
      <p:nvGrpSpPr>
        <p:cNvPr id="1" name=""/>
        <p:cNvGrpSpPr/>
        <p:nvPr/>
      </p:nvGrpSpPr>
      <p:grpSpPr>
        <a:xfrm>
          <a:off x="0" y="0"/>
          <a:ext cx="0" cy="0"/>
          <a:chOff x="0" y="0"/>
          <a:chExt cx="0" cy="0"/>
        </a:xfrm>
      </p:grpSpPr>
      <p:sp>
        <p:nvSpPr>
          <p:cNvPr id="82"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83"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84"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85"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86" name="PlaceHolder 2"/>
          <p:cNvSpPr>
            <a:spLocks noGrp="1"/>
          </p:cNvSpPr>
          <p:nvPr>
            <p:ph type="body"/>
          </p:nvPr>
        </p:nvSpPr>
        <p:spPr>
          <a:xfrm>
            <a:off x="60948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87" name="PlaceHolder 3"/>
          <p:cNvSpPr>
            <a:spLocks noGrp="1"/>
          </p:cNvSpPr>
          <p:nvPr>
            <p:ph type="body"/>
          </p:nvPr>
        </p:nvSpPr>
        <p:spPr>
          <a:xfrm>
            <a:off x="431964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88" name="PlaceHolder 4"/>
          <p:cNvSpPr>
            <a:spLocks noGrp="1"/>
          </p:cNvSpPr>
          <p:nvPr>
            <p:ph type="body"/>
          </p:nvPr>
        </p:nvSpPr>
        <p:spPr>
          <a:xfrm>
            <a:off x="802980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89" name="PlaceHolder 5"/>
          <p:cNvSpPr>
            <a:spLocks noGrp="1"/>
          </p:cNvSpPr>
          <p:nvPr>
            <p:ph type="body"/>
          </p:nvPr>
        </p:nvSpPr>
        <p:spPr>
          <a:xfrm>
            <a:off x="60948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90" name="PlaceHolder 6"/>
          <p:cNvSpPr>
            <a:spLocks noGrp="1"/>
          </p:cNvSpPr>
          <p:nvPr>
            <p:ph type="body"/>
          </p:nvPr>
        </p:nvSpPr>
        <p:spPr>
          <a:xfrm>
            <a:off x="431964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91" name="PlaceHolder 7"/>
          <p:cNvSpPr>
            <a:spLocks noGrp="1"/>
          </p:cNvSpPr>
          <p:nvPr>
            <p:ph type="body"/>
          </p:nvPr>
        </p:nvSpPr>
        <p:spPr>
          <a:xfrm>
            <a:off x="802980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bg>
      <p:bgPr>
        <a:solidFill>
          <a:srgbClr val="ffffff"/>
        </a:solidFill>
      </p:bgPr>
    </p:bg>
    <p:spTree>
      <p:nvGrpSpPr>
        <p:cNvPr id="1" name=""/>
        <p:cNvGrpSpPr/>
        <p:nvPr/>
      </p:nvGrpSpPr>
      <p:grpSpPr>
        <a:xfrm>
          <a:off x="0" y="0"/>
          <a:ext cx="0" cy="0"/>
          <a:chOff x="0" y="0"/>
          <a:chExt cx="0" cy="0"/>
        </a:xfrm>
      </p:grpSpPr>
      <p:sp>
        <p:nvSpPr>
          <p:cNvPr id="92"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93"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94"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9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lang="ca-ES" sz="4400" b="0" u="none" strike="noStrike">
                <a:solidFill>
                  <a:srgbClr val="000000"/>
                </a:solidFill>
                <a:effectLst/>
                <a:uFillTx/>
                <a:latin typeface="Arial"/>
              </a:rPr>
              <a:t>Click to edit the title text format</a:t>
            </a:r>
            <a:endParaRPr lang="ca-ES" sz="4400" b="0" u="none" strike="noStrike">
              <a:solidFill>
                <a:srgbClr val="000000"/>
              </a:solidFill>
              <a:effectLst/>
              <a:uFillTx/>
              <a:latin typeface="Arial"/>
            </a:endParaRPr>
          </a:p>
        </p:txBody>
      </p:sp>
      <p:sp>
        <p:nvSpPr>
          <p:cNvPr id="9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3200" b="0" u="none" strike="noStrike">
                <a:solidFill>
                  <a:srgbClr val="000000"/>
                </a:solidFill>
                <a:effectLst/>
                <a:uFillTx/>
                <a:latin typeface="Arial"/>
              </a:rPr>
              <a:t>Click to edit the outline text format</a:t>
            </a:r>
            <a:endParaRPr lang="ca-E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2800" b="0" u="none" strike="noStrike">
                <a:solidFill>
                  <a:srgbClr val="000000"/>
                </a:solidFill>
                <a:effectLst/>
                <a:uFillTx/>
                <a:latin typeface="Arial"/>
              </a:rPr>
              <a:t>Second Outline Level</a:t>
            </a:r>
            <a:endParaRPr lang="ca-E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2400" b="0" u="none" strike="noStrike">
                <a:solidFill>
                  <a:srgbClr val="000000"/>
                </a:solidFill>
                <a:effectLst/>
                <a:uFillTx/>
                <a:latin typeface="Arial"/>
              </a:rPr>
              <a:t>Third Outline Level</a:t>
            </a:r>
            <a:endParaRPr lang="ca-E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2000" b="0" u="none" strike="noStrike">
                <a:solidFill>
                  <a:srgbClr val="000000"/>
                </a:solidFill>
                <a:effectLst/>
                <a:uFillTx/>
                <a:latin typeface="Arial"/>
              </a:rPr>
              <a:t>Fourth Outline Level</a:t>
            </a:r>
            <a:endParaRPr lang="ca-E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Fifth Outline Level</a:t>
            </a:r>
            <a:endParaRPr lang="ca-E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Sixth Outline Level</a:t>
            </a:r>
            <a:endParaRPr lang="ca-E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Seventh Outline Level</a:t>
            </a:r>
            <a:endParaRPr lang="ca-ES" sz="2000" b="0" u="none" strike="noStrik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5">
    <p:bg>
      <p:bgPr>
        <a:solidFill>
          <a:srgbClr val="ffffff"/>
        </a:solidFill>
      </p:bgPr>
    </p:bg>
    <p:spTree>
      <p:nvGrpSpPr>
        <p:cNvPr id="1" name=""/>
        <p:cNvGrpSpPr/>
        <p:nvPr/>
      </p:nvGrpSpPr>
      <p:grpSpPr>
        <a:xfrm>
          <a:off x="0" y="0"/>
          <a:ext cx="0" cy="0"/>
          <a:chOff x="0" y="0"/>
          <a:chExt cx="0" cy="0"/>
        </a:xfrm>
      </p:grpSpPr>
      <p:sp>
        <p:nvSpPr>
          <p:cNvPr id="97"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98"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99"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00"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6">
    <p:bg>
      <p:bgPr>
        <a:solidFill>
          <a:srgbClr val="ffffff"/>
        </a:solidFill>
      </p:bgPr>
    </p:bg>
    <p:spTree>
      <p:nvGrpSpPr>
        <p:cNvPr id="1" name=""/>
        <p:cNvGrpSpPr/>
        <p:nvPr/>
      </p:nvGrpSpPr>
      <p:grpSpPr>
        <a:xfrm>
          <a:off x="0" y="0"/>
          <a:ext cx="0" cy="0"/>
          <a:chOff x="0" y="0"/>
          <a:chExt cx="0" cy="0"/>
        </a:xfrm>
      </p:grpSpPr>
      <p:sp>
        <p:nvSpPr>
          <p:cNvPr id="101"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02"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03"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04"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105"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7">
    <p:bg>
      <p:bgPr>
        <a:solidFill>
          <a:srgbClr val="ffffff"/>
        </a:solidFill>
      </p:bgPr>
    </p:bg>
    <p:spTree>
      <p:nvGrpSpPr>
        <p:cNvPr id="1" name=""/>
        <p:cNvGrpSpPr/>
        <p:nvPr/>
      </p:nvGrpSpPr>
      <p:grpSpPr>
        <a:xfrm>
          <a:off x="0" y="0"/>
          <a:ext cx="0" cy="0"/>
          <a:chOff x="0" y="0"/>
          <a:chExt cx="0" cy="0"/>
        </a:xfrm>
      </p:grpSpPr>
      <p:sp>
        <p:nvSpPr>
          <p:cNvPr id="106"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07"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08"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09"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110"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111"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8">
    <p:bg>
      <p:bgPr>
        <a:solidFill>
          <a:srgbClr val="ffffff"/>
        </a:solidFill>
      </p:bgPr>
    </p:bg>
    <p:spTree>
      <p:nvGrpSpPr>
        <p:cNvPr id="1" name=""/>
        <p:cNvGrpSpPr/>
        <p:nvPr/>
      </p:nvGrpSpPr>
      <p:grpSpPr>
        <a:xfrm>
          <a:off x="0" y="0"/>
          <a:ext cx="0" cy="0"/>
          <a:chOff x="0" y="0"/>
          <a:chExt cx="0" cy="0"/>
        </a:xfrm>
      </p:grpSpPr>
      <p:sp>
        <p:nvSpPr>
          <p:cNvPr id="112"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13"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14"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15"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Default 9">
    <p:bg>
      <p:bgPr>
        <a:solidFill>
          <a:srgbClr val="ffffff"/>
        </a:solidFill>
      </p:bgPr>
    </p:bg>
    <p:spTree>
      <p:nvGrpSpPr>
        <p:cNvPr id="1" name=""/>
        <p:cNvGrpSpPr/>
        <p:nvPr/>
      </p:nvGrpSpPr>
      <p:grpSpPr>
        <a:xfrm>
          <a:off x="0" y="0"/>
          <a:ext cx="0" cy="0"/>
          <a:chOff x="0" y="0"/>
          <a:chExt cx="0" cy="0"/>
        </a:xfrm>
      </p:grpSpPr>
      <p:sp>
        <p:nvSpPr>
          <p:cNvPr id="116"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17"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18"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0">
    <p:bg>
      <p:bgPr>
        <a:solidFill>
          <a:srgbClr val="ffffff"/>
        </a:solidFill>
      </p:bgPr>
    </p:bg>
    <p:spTree>
      <p:nvGrpSpPr>
        <p:cNvPr id="1" name=""/>
        <p:cNvGrpSpPr/>
        <p:nvPr/>
      </p:nvGrpSpPr>
      <p:grpSpPr>
        <a:xfrm>
          <a:off x="0" y="0"/>
          <a:ext cx="0" cy="0"/>
          <a:chOff x="0" y="0"/>
          <a:chExt cx="0" cy="0"/>
        </a:xfrm>
      </p:grpSpPr>
      <p:sp>
        <p:nvSpPr>
          <p:cNvPr id="119"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20"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21"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22"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123"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124"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125"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11">
    <p:bg>
      <p:bgPr>
        <a:solidFill>
          <a:srgbClr val="ffffff"/>
        </a:solidFill>
      </p:bgPr>
    </p:bg>
    <p:spTree>
      <p:nvGrpSpPr>
        <p:cNvPr id="1" name=""/>
        <p:cNvGrpSpPr/>
        <p:nvPr/>
      </p:nvGrpSpPr>
      <p:grpSpPr>
        <a:xfrm>
          <a:off x="0" y="0"/>
          <a:ext cx="0" cy="0"/>
          <a:chOff x="0" y="0"/>
          <a:chExt cx="0" cy="0"/>
        </a:xfrm>
      </p:grpSpPr>
      <p:sp>
        <p:nvSpPr>
          <p:cNvPr id="126"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algn="tl" blurRad="50760" dir="2700000" dist="37674"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27"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28"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29" name="PlaceHolder 1"/>
          <p:cNvSpPr>
            <a:spLocks noGrp="1"/>
          </p:cNvSpPr>
          <p:nvPr>
            <p:ph type="title"/>
          </p:nvPr>
        </p:nvSpPr>
        <p:spPr>
          <a:xfrm>
            <a:off x="576000" y="2573280"/>
            <a:ext cx="11036160" cy="274680"/>
          </a:xfrm>
          <a:prstGeom prst="rect">
            <a:avLst/>
          </a:prstGeom>
          <a:noFill/>
          <a:ln w="0">
            <a:noFill/>
          </a:ln>
        </p:spPr>
        <p:txBody>
          <a:bodyPr lIns="0" rIns="0" tIns="0" bIns="0" anchor="ctr">
            <a:spAutoFit/>
          </a:bodyPr>
          <a:p>
            <a:pPr indent="0">
              <a:buNone/>
            </a:pPr>
            <a:r>
              <a:rPr lang="ca-ES" sz="1800" b="0" u="none" strike="noStrike">
                <a:solidFill>
                  <a:srgbClr val="000000"/>
                </a:solidFill>
                <a:effectLst/>
                <a:uFillTx/>
                <a:latin typeface="Arial"/>
              </a:rPr>
              <a:t>Click to edit the title text format</a:t>
            </a:r>
            <a:endParaRPr lang="ca-ES" sz="1800" b="0" u="none" strike="noStrike">
              <a:solidFill>
                <a:srgbClr val="000000"/>
              </a:solidFill>
              <a:effectLst/>
              <a:uFillTx/>
              <a:latin typeface="Arial"/>
            </a:endParaRPr>
          </a:p>
        </p:txBody>
      </p:sp>
      <p:sp>
        <p:nvSpPr>
          <p:cNvPr id="130"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131"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
        <p:nvSpPr>
          <p:cNvPr id="132" name="PlaceHolder 4"/>
          <p:cNvSpPr>
            <a:spLocks noGrp="1"/>
          </p:cNvSpPr>
          <p:nvPr>
            <p:ph type="body"/>
          </p:nvPr>
        </p:nvSpPr>
        <p:spPr>
          <a:xfrm>
            <a:off x="6231960" y="3682080"/>
            <a:ext cx="5353920" cy="1896480"/>
          </a:xfrm>
          <a:prstGeom prst="rect">
            <a:avLst/>
          </a:prstGeom>
          <a:noFill/>
          <a:ln w="0">
            <a:noFill/>
          </a:ln>
        </p:spPr>
        <p:txBody>
          <a:bodyPr lIns="0" rIns="0" tIns="0" bIns="0" anchor="t">
            <a:normAutofit fontScale="85000" lnSpcReduction="9999"/>
          </a:bodyPr>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endParaRPr lang="ca-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endParaRPr lang="ca-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endParaRPr lang="ca-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endParaRPr lang="ca-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endParaRPr lang="ca-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endParaRPr lang="ca-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endParaRPr lang="ca-ES" sz="18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7.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7.xml"/>
</Relationships>
</file>

<file path=ppt/slides/_rels/slide7.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3" name="CustomShape 1"/>
          <p:cNvSpPr/>
          <p:nvPr/>
        </p:nvSpPr>
        <p:spPr>
          <a:xfrm>
            <a:off x="0" y="0"/>
            <a:ext cx="12191400" cy="68572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000000"/>
              </a:solidFill>
              <a:effectLst/>
              <a:uFillTx/>
              <a:latin typeface="Arial"/>
            </a:endParaRPr>
          </a:p>
        </p:txBody>
      </p:sp>
      <p:pic>
        <p:nvPicPr>
          <p:cNvPr id="134" name="Picture 3"/>
          <p:cNvPicPr/>
          <p:nvPr/>
        </p:nvPicPr>
        <p:blipFill>
          <a:blip r:embed="rId1"/>
          <a:srcRect l="0" t="1108" r="-2" b="0"/>
          <a:stretch/>
        </p:blipFill>
        <p:spPr>
          <a:xfrm>
            <a:off x="0" y="0"/>
            <a:ext cx="8667720" cy="6857280"/>
          </a:xfrm>
          <a:prstGeom prst="rect">
            <a:avLst/>
          </a:prstGeom>
          <a:noFill/>
          <a:ln w="0">
            <a:noFill/>
          </a:ln>
        </p:spPr>
      </p:pic>
      <p:sp>
        <p:nvSpPr>
          <p:cNvPr id="135" name="CustomShape 2"/>
          <p:cNvSpPr/>
          <p:nvPr/>
        </p:nvSpPr>
        <p:spPr>
          <a:xfrm flipH="1">
            <a:off x="3710880" y="0"/>
            <a:ext cx="8479800" cy="6857280"/>
          </a:xfrm>
          <a:prstGeom prst="rect">
            <a:avLst/>
          </a:prstGeom>
          <a:gradFill rotWithShape="0">
            <a:gsLst>
              <a:gs pos="0">
                <a:srgbClr val="ffffff"/>
              </a:gs>
              <a:gs pos="100000">
                <a:srgbClr val="ffffff"/>
              </a:gs>
            </a:gsLst>
            <a:lin ang="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000000"/>
              </a:solidFill>
              <a:effectLst/>
              <a:uFillTx/>
              <a:latin typeface="Arial"/>
            </a:endParaRPr>
          </a:p>
        </p:txBody>
      </p:sp>
      <p:sp>
        <p:nvSpPr>
          <p:cNvPr id="136" name="TextShape 3"/>
          <p:cNvSpPr/>
          <p:nvPr/>
        </p:nvSpPr>
        <p:spPr>
          <a:xfrm>
            <a:off x="7848720" y="1122480"/>
            <a:ext cx="4022640" cy="3203280"/>
          </a:xfrm>
          <a:prstGeom prst="rect">
            <a:avLst/>
          </a:prstGeom>
          <a:noFill/>
          <a:ln w="0">
            <a:noFill/>
          </a:ln>
        </p:spPr>
        <p:style>
          <a:lnRef idx="0"/>
          <a:fillRef idx="0"/>
          <a:effectRef idx="0"/>
          <a:fontRef idx="minor"/>
        </p:style>
        <p:txBody>
          <a:bodyPr lIns="90000" rIns="90000" tIns="45000" bIns="45000" anchor="b">
            <a:normAutofit/>
          </a:bodyPr>
          <a:p>
            <a:pPr>
              <a:lnSpc>
                <a:spcPct val="90000"/>
              </a:lnSpc>
            </a:pPr>
            <a:r>
              <a:rPr lang="es-ES" sz="4800" b="1" u="none" strike="noStrike">
                <a:solidFill>
                  <a:srgbClr val="000000"/>
                </a:solidFill>
                <a:effectLst/>
                <a:uFillTx/>
                <a:latin typeface="Neue Haas Grotesk Text Pro"/>
              </a:rPr>
              <a:t>Enginyeria del Software</a:t>
            </a:r>
            <a:endParaRPr lang="ca-ES" sz="4800" b="0" u="none" strike="noStrike">
              <a:solidFill>
                <a:srgbClr val="000000"/>
              </a:solidFill>
              <a:effectLst/>
              <a:uFillTx/>
              <a:latin typeface="Arial"/>
            </a:endParaRPr>
          </a:p>
        </p:txBody>
      </p:sp>
      <p:sp>
        <p:nvSpPr>
          <p:cNvPr id="137" name="CustomShape 4"/>
          <p:cNvSpPr/>
          <p:nvPr/>
        </p:nvSpPr>
        <p:spPr>
          <a:xfrm rot="5400000">
            <a:off x="813132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38" name="CustomShape 5"/>
          <p:cNvSpPr/>
          <p:nvPr/>
        </p:nvSpPr>
        <p:spPr>
          <a:xfrm>
            <a:off x="7851600" y="4546800"/>
            <a:ext cx="4022640" cy="17640"/>
          </a:xfrm>
          <a:prstGeom prst="rect">
            <a:avLst/>
          </a:prstGeom>
          <a:solidFill>
            <a:schemeClr val="tx2">
              <a:lumMod val="25000"/>
              <a:lumOff val="75000"/>
            </a:schemeClr>
          </a:solidFill>
          <a:ln w="3240">
            <a:solidFill>
              <a:srgbClr val="412426">
                <a:lumMod val="25000"/>
                <a:lumOff val="75000"/>
              </a:srgbClr>
            </a:solidFill>
            <a:round/>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139" name="CustomShape 6"/>
          <p:cNvSpPr/>
          <p:nvPr/>
        </p:nvSpPr>
        <p:spPr>
          <a:xfrm>
            <a:off x="7848720" y="4872960"/>
            <a:ext cx="4022640" cy="1358640"/>
          </a:xfrm>
          <a:prstGeom prst="rect">
            <a:avLst/>
          </a:prstGeom>
          <a:noFill/>
          <a:ln w="0">
            <a:noFill/>
          </a:ln>
        </p:spPr>
        <p:style>
          <a:lnRef idx="0"/>
          <a:fillRef idx="0"/>
          <a:effectRef idx="0"/>
          <a:fontRef idx="minor"/>
        </p:style>
        <p:txBody>
          <a:bodyPr lIns="90000" rIns="90000" tIns="45000" bIns="45000" anchor="t">
            <a:normAutofit/>
          </a:bodyPr>
          <a:p>
            <a:pPr>
              <a:lnSpc>
                <a:spcPct val="100000"/>
              </a:lnSpc>
              <a:spcBef>
                <a:spcPts val="1001"/>
              </a:spcBef>
            </a:pPr>
            <a:r>
              <a:rPr lang="en-GB" sz="1400" b="0" u="none" strike="noStrike">
                <a:solidFill>
                  <a:srgbClr val="000000"/>
                </a:solidFill>
                <a:effectLst/>
                <a:uFillTx/>
                <a:latin typeface="Neue Haas Grotesk Text Pro"/>
                <a:ea typeface="DejaVu Sans"/>
              </a:rPr>
              <a:t>Pràctiques: Grup 411-09</a:t>
            </a:r>
            <a:endParaRPr lang="ca-ES" sz="1400" b="0" u="none" strike="noStrike">
              <a:solidFill>
                <a:srgbClr val="000000"/>
              </a:solidFill>
              <a:effectLst/>
              <a:uFillTx/>
              <a:latin typeface="Arial"/>
            </a:endParaRPr>
          </a:p>
          <a:p>
            <a:pPr>
              <a:lnSpc>
                <a:spcPct val="100000"/>
              </a:lnSpc>
              <a:spcBef>
                <a:spcPts val="1001"/>
              </a:spcBef>
            </a:pPr>
            <a:endParaRPr lang="ca-ES" sz="1400" b="0" u="none" strike="noStrike">
              <a:solidFill>
                <a:srgbClr val="000000"/>
              </a:solidFill>
              <a:effectLst/>
              <a:uFillTx/>
              <a:latin typeface="Arial"/>
            </a:endParaRPr>
          </a:p>
          <a:p>
            <a:pPr>
              <a:lnSpc>
                <a:spcPct val="100000"/>
              </a:lnSpc>
              <a:spcBef>
                <a:spcPts val="1001"/>
              </a:spcBef>
            </a:pPr>
            <a:r>
              <a:rPr lang="en-GB" sz="1400" b="0" u="none" strike="noStrike">
                <a:solidFill>
                  <a:srgbClr val="000000"/>
                </a:solidFill>
                <a:effectLst/>
                <a:uFillTx/>
                <a:latin typeface="Neue Haas Grotesk Text Pro"/>
                <a:ea typeface="DejaVu Sans"/>
              </a:rPr>
              <a:t>Sprint 01: Requisits Funcionals i No Funcionals</a:t>
            </a:r>
            <a:endParaRPr lang="ca-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TextShape 1"/>
          <p:cNvSpPr/>
          <p:nvPr/>
        </p:nvSpPr>
        <p:spPr>
          <a:xfrm>
            <a:off x="1115640" y="548640"/>
            <a:ext cx="10167480" cy="1179000"/>
          </a:xfrm>
          <a:prstGeom prst="rect">
            <a:avLst/>
          </a:prstGeom>
          <a:noFill/>
          <a:ln w="0">
            <a:noFill/>
          </a:ln>
        </p:spPr>
        <p:style>
          <a:lnRef idx="0"/>
          <a:fillRef idx="0"/>
          <a:effectRef idx="0"/>
          <a:fontRef idx="minor"/>
        </p:style>
        <p:txBody>
          <a:bodyPr lIns="90000" rIns="90000" tIns="45000" bIns="45000" anchor="ctr">
            <a:noAutofit/>
          </a:bodyPr>
          <a:p>
            <a:pPr>
              <a:lnSpc>
                <a:spcPct val="90000"/>
              </a:lnSpc>
            </a:pPr>
            <a:r>
              <a:rPr lang="es-ES" sz="4000" b="1" u="none" strike="noStrike">
                <a:solidFill>
                  <a:srgbClr val="000000"/>
                </a:solidFill>
                <a:effectLst/>
                <a:uFillTx/>
                <a:latin typeface="Neue Haas Grotesk Text Pro"/>
              </a:rPr>
              <a:t>Composició de l’equip </a:t>
            </a:r>
            <a:endParaRPr lang="ca-ES" sz="4000" b="0" u="none" strike="noStrike">
              <a:solidFill>
                <a:srgbClr val="000000"/>
              </a:solidFill>
              <a:effectLst/>
              <a:uFillTx/>
              <a:latin typeface="Arial"/>
            </a:endParaRPr>
          </a:p>
        </p:txBody>
      </p:sp>
      <p:sp>
        <p:nvSpPr>
          <p:cNvPr id="141" name="TextShape 2"/>
          <p:cNvSpPr/>
          <p:nvPr/>
        </p:nvSpPr>
        <p:spPr>
          <a:xfrm>
            <a:off x="8540640" y="6356520"/>
            <a:ext cx="2742480" cy="364320"/>
          </a:xfrm>
          <a:prstGeom prst="rect">
            <a:avLst/>
          </a:prstGeom>
          <a:noFill/>
          <a:ln w="0">
            <a:noFill/>
          </a:ln>
        </p:spPr>
        <p:style>
          <a:lnRef idx="0"/>
          <a:fillRef idx="0"/>
          <a:effectRef idx="0"/>
          <a:fontRef idx="minor"/>
        </p:style>
        <p:txBody>
          <a:bodyPr lIns="90000" rIns="90000" tIns="45000" bIns="45000" anchor="ctr">
            <a:noAutofit/>
          </a:bodyPr>
          <a:p>
            <a:pPr algn="r">
              <a:lnSpc>
                <a:spcPct val="100000"/>
              </a:lnSpc>
            </a:pPr>
            <a:fld id="{2F4CE927-EFBD-44FE-8A4D-2B9127F0E2F3}" type="slidenum">
              <a:rPr lang="en-GB" sz="1200" b="0" u="none" strike="noStrike">
                <a:solidFill>
                  <a:srgbClr val="8b8b8b"/>
                </a:solidFill>
                <a:effectLst/>
                <a:uFillTx/>
                <a:latin typeface="Neue Haas Grotesk Text Pro"/>
              </a:rPr>
              <a:t>&lt;number&gt;</a:t>
            </a:fld>
            <a:endParaRPr lang="ca-ES" sz="1200" b="0" u="none" strike="noStrike">
              <a:solidFill>
                <a:srgbClr val="000000"/>
              </a:solidFill>
              <a:effectLst/>
              <a:uFillTx/>
              <a:latin typeface="Arial"/>
            </a:endParaRPr>
          </a:p>
        </p:txBody>
      </p:sp>
      <p:sp>
        <p:nvSpPr>
          <p:cNvPr id="142" name="CustomShape 3"/>
          <p:cNvSpPr/>
          <p:nvPr/>
        </p:nvSpPr>
        <p:spPr>
          <a:xfrm>
            <a:off x="3891240" y="3638880"/>
            <a:ext cx="2318400" cy="6382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GB" sz="1800" b="0" u="none" strike="noStrike">
                <a:solidFill>
                  <a:srgbClr val="000000"/>
                </a:solidFill>
                <a:effectLst/>
                <a:uFillTx/>
                <a:latin typeface="Neue Haas Grotesk Text Pro"/>
                <a:ea typeface="DejaVu Sans"/>
              </a:rPr>
              <a:t>Òscar Raneda Halminen</a:t>
            </a:r>
            <a:endParaRPr lang="ca-ES" sz="1800" b="0" u="none" strike="noStrike">
              <a:solidFill>
                <a:srgbClr val="000000"/>
              </a:solidFill>
              <a:effectLst/>
              <a:uFillTx/>
              <a:latin typeface="Arial"/>
            </a:endParaRPr>
          </a:p>
        </p:txBody>
      </p:sp>
      <p:pic>
        <p:nvPicPr>
          <p:cNvPr id="143" name="Picture 2"/>
          <p:cNvPicPr/>
          <p:nvPr/>
        </p:nvPicPr>
        <p:blipFill>
          <a:blip r:embed="rId1"/>
          <a:stretch/>
        </p:blipFill>
        <p:spPr>
          <a:xfrm>
            <a:off x="6831720" y="2312640"/>
            <a:ext cx="1208520" cy="1208520"/>
          </a:xfrm>
          <a:prstGeom prst="rect">
            <a:avLst/>
          </a:prstGeom>
          <a:noFill/>
          <a:ln w="0">
            <a:noFill/>
          </a:ln>
        </p:spPr>
      </p:pic>
      <p:sp>
        <p:nvSpPr>
          <p:cNvPr id="144" name="CustomShape 4"/>
          <p:cNvSpPr/>
          <p:nvPr/>
        </p:nvSpPr>
        <p:spPr>
          <a:xfrm>
            <a:off x="6512760" y="3638880"/>
            <a:ext cx="2318400" cy="6382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GB" sz="1800" b="0" u="none" strike="noStrike">
                <a:solidFill>
                  <a:srgbClr val="000000"/>
                </a:solidFill>
                <a:effectLst/>
                <a:uFillTx/>
                <a:latin typeface="Neue Haas Grotesk Text Pro"/>
                <a:ea typeface="DejaVu Sans"/>
              </a:rPr>
              <a:t>Adam Pérez Pulgarín</a:t>
            </a:r>
            <a:endParaRPr lang="ca-ES" sz="1800" b="0" u="none" strike="noStrike">
              <a:solidFill>
                <a:srgbClr val="000000"/>
              </a:solidFill>
              <a:effectLst/>
              <a:uFillTx/>
              <a:latin typeface="Arial"/>
            </a:endParaRPr>
          </a:p>
        </p:txBody>
      </p:sp>
      <p:pic>
        <p:nvPicPr>
          <p:cNvPr id="145" name="Picture 2"/>
          <p:cNvPicPr/>
          <p:nvPr/>
        </p:nvPicPr>
        <p:blipFill>
          <a:blip r:embed="rId2"/>
          <a:stretch/>
        </p:blipFill>
        <p:spPr>
          <a:xfrm>
            <a:off x="4210200" y="4472640"/>
            <a:ext cx="1208520" cy="1208520"/>
          </a:xfrm>
          <a:prstGeom prst="rect">
            <a:avLst/>
          </a:prstGeom>
          <a:noFill/>
          <a:ln w="0">
            <a:noFill/>
          </a:ln>
        </p:spPr>
      </p:pic>
      <p:sp>
        <p:nvSpPr>
          <p:cNvPr id="146" name="CustomShape 5"/>
          <p:cNvSpPr/>
          <p:nvPr/>
        </p:nvSpPr>
        <p:spPr>
          <a:xfrm>
            <a:off x="3891240" y="5799240"/>
            <a:ext cx="231840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GB" sz="1800" b="0" u="none" strike="noStrike">
                <a:solidFill>
                  <a:srgbClr val="000000"/>
                </a:solidFill>
                <a:effectLst/>
                <a:uFillTx/>
                <a:latin typeface="Neue Haas Grotesk Text Pro"/>
                <a:ea typeface="DejaVu Sans"/>
              </a:rPr>
              <a:t>Jan Real López</a:t>
            </a:r>
            <a:endParaRPr lang="ca-ES" sz="1800" b="0" u="none" strike="noStrike">
              <a:solidFill>
                <a:srgbClr val="000000"/>
              </a:solidFill>
              <a:effectLst/>
              <a:uFillTx/>
              <a:latin typeface="Arial"/>
            </a:endParaRPr>
          </a:p>
        </p:txBody>
      </p:sp>
      <p:sp>
        <p:nvSpPr>
          <p:cNvPr id="147" name="CustomShape 6"/>
          <p:cNvSpPr/>
          <p:nvPr/>
        </p:nvSpPr>
        <p:spPr>
          <a:xfrm>
            <a:off x="6512760" y="5799240"/>
            <a:ext cx="2318400" cy="6382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GB" sz="1800" b="0" u="none" strike="noStrike">
                <a:solidFill>
                  <a:srgbClr val="000000"/>
                </a:solidFill>
                <a:effectLst/>
                <a:uFillTx/>
                <a:latin typeface="Neue Haas Grotesk Text Pro"/>
                <a:ea typeface="DejaVu Sans"/>
              </a:rPr>
              <a:t>Iker Urruticoechea Puig</a:t>
            </a:r>
            <a:endParaRPr lang="ca-ES" sz="1800" b="0" u="none" strike="noStrike">
              <a:solidFill>
                <a:srgbClr val="000000"/>
              </a:solidFill>
              <a:effectLst/>
              <a:uFillTx/>
              <a:latin typeface="Arial"/>
            </a:endParaRPr>
          </a:p>
        </p:txBody>
      </p:sp>
      <p:sp>
        <p:nvSpPr>
          <p:cNvPr id="148" name="CustomShape 7"/>
          <p:cNvSpPr/>
          <p:nvPr/>
        </p:nvSpPr>
        <p:spPr>
          <a:xfrm>
            <a:off x="6612840" y="3167280"/>
            <a:ext cx="4299480" cy="912960"/>
          </a:xfrm>
          <a:prstGeom prst="rect">
            <a:avLst/>
          </a:prstGeom>
          <a:noFill/>
          <a:ln w="0">
            <a:noFill/>
          </a:ln>
        </p:spPr>
        <p:style>
          <a:lnRef idx="0"/>
          <a:fillRef idx="0"/>
          <a:effectRef idx="0"/>
          <a:fontRef idx="minor"/>
        </p:style>
        <p:txBody>
          <a:bodyPr lIns="90000" rIns="90000" tIns="45000" bIns="45000" anchor="t">
            <a:noAutofit/>
          </a:bodyPr>
          <a:p>
            <a:endParaRPr lang="ca-ES" sz="1800" b="0" u="none" strike="noStrike">
              <a:solidFill>
                <a:srgbClr val="000000"/>
              </a:solidFill>
              <a:effectLst/>
              <a:uFillTx/>
              <a:latin typeface="Arial"/>
            </a:endParaRPr>
          </a:p>
        </p:txBody>
      </p:sp>
      <p:pic>
        <p:nvPicPr>
          <p:cNvPr id="149" name=""/>
          <p:cNvPicPr/>
          <p:nvPr/>
        </p:nvPicPr>
        <p:blipFill>
          <a:blip r:embed="rId3"/>
          <a:stretch/>
        </p:blipFill>
        <p:spPr>
          <a:xfrm>
            <a:off x="6971760" y="4549680"/>
            <a:ext cx="983880" cy="1230120"/>
          </a:xfrm>
          <a:prstGeom prst="rect">
            <a:avLst/>
          </a:prstGeom>
          <a:noFill/>
          <a:ln w="0">
            <a:noFill/>
          </a:ln>
        </p:spPr>
      </p:pic>
      <p:pic>
        <p:nvPicPr>
          <p:cNvPr id="150" name=""/>
          <p:cNvPicPr/>
          <p:nvPr/>
        </p:nvPicPr>
        <p:blipFill>
          <a:blip r:embed="rId4"/>
          <a:srcRect l="13144" t="14756" r="13369" b="18979"/>
          <a:stretch/>
        </p:blipFill>
        <p:spPr>
          <a:xfrm>
            <a:off x="4291200" y="2306520"/>
            <a:ext cx="1108800" cy="133236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TextShape 1"/>
          <p:cNvSpPr/>
          <p:nvPr/>
        </p:nvSpPr>
        <p:spPr>
          <a:xfrm>
            <a:off x="1115640" y="548640"/>
            <a:ext cx="10167480" cy="1179000"/>
          </a:xfrm>
          <a:prstGeom prst="rect">
            <a:avLst/>
          </a:prstGeom>
          <a:noFill/>
          <a:ln w="0">
            <a:noFill/>
          </a:ln>
        </p:spPr>
        <p:style>
          <a:lnRef idx="0"/>
          <a:fillRef idx="0"/>
          <a:effectRef idx="0"/>
          <a:fontRef idx="minor"/>
        </p:style>
        <p:txBody>
          <a:bodyPr lIns="90000" rIns="90000" tIns="45000" bIns="45000" anchor="ctr">
            <a:noAutofit/>
          </a:bodyPr>
          <a:p>
            <a:pPr>
              <a:lnSpc>
                <a:spcPct val="90000"/>
              </a:lnSpc>
            </a:pPr>
            <a:r>
              <a:rPr lang="es-ES" sz="4000" b="1" u="none" strike="noStrike">
                <a:solidFill>
                  <a:srgbClr val="000000"/>
                </a:solidFill>
                <a:effectLst/>
                <a:uFillTx/>
                <a:latin typeface="Neue Haas Grotesk Text Pro"/>
              </a:rPr>
              <a:t>Tasques fetes al sprint</a:t>
            </a:r>
            <a:endParaRPr lang="ca-ES" sz="4000" b="0" u="none" strike="noStrike">
              <a:solidFill>
                <a:srgbClr val="000000"/>
              </a:solidFill>
              <a:effectLst/>
              <a:uFillTx/>
              <a:latin typeface="Arial"/>
            </a:endParaRPr>
          </a:p>
        </p:txBody>
      </p:sp>
      <p:sp>
        <p:nvSpPr>
          <p:cNvPr id="152" name="TextShape 2"/>
          <p:cNvSpPr/>
          <p:nvPr/>
        </p:nvSpPr>
        <p:spPr>
          <a:xfrm>
            <a:off x="8540640" y="6356520"/>
            <a:ext cx="2742480" cy="364320"/>
          </a:xfrm>
          <a:prstGeom prst="rect">
            <a:avLst/>
          </a:prstGeom>
          <a:noFill/>
          <a:ln w="0">
            <a:noFill/>
          </a:ln>
        </p:spPr>
        <p:style>
          <a:lnRef idx="0"/>
          <a:fillRef idx="0"/>
          <a:effectRef idx="0"/>
          <a:fontRef idx="minor"/>
        </p:style>
        <p:txBody>
          <a:bodyPr lIns="90000" rIns="90000" tIns="45000" bIns="45000" anchor="ctr">
            <a:noAutofit/>
          </a:bodyPr>
          <a:p>
            <a:pPr algn="r">
              <a:lnSpc>
                <a:spcPct val="100000"/>
              </a:lnSpc>
            </a:pPr>
            <a:fld id="{FB1C7C07-0DF7-4225-AA34-507116039A57}" type="slidenum">
              <a:rPr lang="en-GB" sz="1200" b="0" u="none" strike="noStrike">
                <a:solidFill>
                  <a:srgbClr val="8b8b8b"/>
                </a:solidFill>
                <a:effectLst/>
                <a:uFillTx/>
                <a:latin typeface="Neue Haas Grotesk Text Pro"/>
              </a:rPr>
              <a:t>&lt;number&gt;</a:t>
            </a:fld>
            <a:endParaRPr lang="ca-ES" sz="1200" b="0" u="none" strike="noStrike">
              <a:solidFill>
                <a:srgbClr val="000000"/>
              </a:solidFill>
              <a:effectLst/>
              <a:uFillTx/>
              <a:latin typeface="Arial"/>
            </a:endParaRPr>
          </a:p>
        </p:txBody>
      </p:sp>
      <p:sp>
        <p:nvSpPr>
          <p:cNvPr id="153" name="CustomShape 3"/>
          <p:cNvSpPr/>
          <p:nvPr/>
        </p:nvSpPr>
        <p:spPr>
          <a:xfrm>
            <a:off x="428760" y="2198880"/>
            <a:ext cx="10020240" cy="420444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lang="en-GB" sz="1800" b="0" u="none" strike="noStrike">
                <a:solidFill>
                  <a:srgbClr val="000000"/>
                </a:solidFill>
                <a:effectLst/>
                <a:uFillTx/>
                <a:latin typeface="Neue Haas Grotesk Text Pro"/>
                <a:ea typeface="DejaVu Sans"/>
              </a:rPr>
              <a:t>Tasques realitzades aquest sprint:</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1: Creació del entorn Github i Trello (encarregat: </a:t>
            </a:r>
            <a:r>
              <a:rPr lang="en-GB" sz="1800" b="0" u="none" strike="noStrike">
                <a:solidFill>
                  <a:srgbClr val="000000"/>
                </a:solidFill>
                <a:effectLst/>
                <a:uFillTx/>
                <a:latin typeface="Neue Haas Grotesk Text Pro"/>
                <a:ea typeface="DejaVu Sans"/>
              </a:rPr>
              <a:t>Òscar Raneda)</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2: Requisits funcionals del GRUP 1: GESTIÓ DE COMPTES I CREACIÓ DE PERFILS D'USUARI, GRUP 2: REALITZACIÓ DE COMANDES i GRUP 3: ENVIAMENT DE COMANDES (encarregat: </a:t>
            </a:r>
            <a:r>
              <a:rPr lang="en-GB" sz="1800" b="0" u="none" strike="noStrike">
                <a:solidFill>
                  <a:srgbClr val="000000"/>
                </a:solidFill>
                <a:effectLst/>
                <a:uFillTx/>
                <a:latin typeface="Neue Haas Grotesk Text Pro"/>
                <a:ea typeface="DejaVu Sans"/>
              </a:rPr>
              <a:t>Adam Pérez)</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3: Requisits funcionals del GRUP 4: PAGAMENT DE LA COMANDA I GRUP 5: VALORACIÓ DE LA COMANDA (encarregat: Iker Urruticoechea)</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4: Requisits funcionals del GRUP 6: FUNCIONALITATS ADDICIONALS i altres consideracions (encarregat: )</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5: Burn-down chart (encarregat: )</a:t>
            </a:r>
            <a:endParaRPr lang="ca-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TextShape 1"/>
          <p:cNvSpPr/>
          <p:nvPr/>
        </p:nvSpPr>
        <p:spPr>
          <a:xfrm>
            <a:off x="1115640" y="548640"/>
            <a:ext cx="10167480" cy="1179000"/>
          </a:xfrm>
          <a:prstGeom prst="rect">
            <a:avLst/>
          </a:prstGeom>
          <a:noFill/>
          <a:ln w="0">
            <a:noFill/>
          </a:ln>
        </p:spPr>
        <p:style>
          <a:lnRef idx="0"/>
          <a:fillRef idx="0"/>
          <a:effectRef idx="0"/>
          <a:fontRef idx="minor"/>
        </p:style>
        <p:txBody>
          <a:bodyPr lIns="90000" rIns="90000" tIns="45000" bIns="45000" anchor="ctr">
            <a:normAutofit lnSpcReduction="9999"/>
          </a:bodyPr>
          <a:p>
            <a:pPr>
              <a:lnSpc>
                <a:spcPct val="90000"/>
              </a:lnSpc>
            </a:pPr>
            <a:r>
              <a:rPr lang="es-ES" sz="4000" b="1" u="none" strike="noStrike">
                <a:solidFill>
                  <a:srgbClr val="000000"/>
                </a:solidFill>
                <a:effectLst/>
                <a:uFillTx/>
                <a:latin typeface="Neue Haas Grotesk Text Pro"/>
              </a:rPr>
              <a:t>Perfils d’usuari a l’aplicació QUEMENGES</a:t>
            </a:r>
            <a:endParaRPr lang="ca-ES" sz="4000" b="0" u="none" strike="noStrike">
              <a:solidFill>
                <a:srgbClr val="000000"/>
              </a:solidFill>
              <a:effectLst/>
              <a:uFillTx/>
              <a:latin typeface="Arial"/>
            </a:endParaRPr>
          </a:p>
        </p:txBody>
      </p:sp>
      <p:sp>
        <p:nvSpPr>
          <p:cNvPr id="155" name="TextShape 2"/>
          <p:cNvSpPr/>
          <p:nvPr/>
        </p:nvSpPr>
        <p:spPr>
          <a:xfrm>
            <a:off x="8540640" y="6356520"/>
            <a:ext cx="2742480" cy="364320"/>
          </a:xfrm>
          <a:prstGeom prst="rect">
            <a:avLst/>
          </a:prstGeom>
          <a:noFill/>
          <a:ln w="0">
            <a:noFill/>
          </a:ln>
        </p:spPr>
        <p:style>
          <a:lnRef idx="0"/>
          <a:fillRef idx="0"/>
          <a:effectRef idx="0"/>
          <a:fontRef idx="minor"/>
        </p:style>
        <p:txBody>
          <a:bodyPr lIns="90000" rIns="90000" tIns="45000" bIns="45000" anchor="ctr">
            <a:noAutofit/>
          </a:bodyPr>
          <a:p>
            <a:pPr algn="r">
              <a:lnSpc>
                <a:spcPct val="100000"/>
              </a:lnSpc>
            </a:pPr>
            <a:fld id="{024B2DC5-E038-4451-A237-2576A9150B12}" type="slidenum">
              <a:rPr lang="en-GB" sz="1200" b="0" u="none" strike="noStrike">
                <a:solidFill>
                  <a:srgbClr val="8b8b8b"/>
                </a:solidFill>
                <a:effectLst/>
                <a:uFillTx/>
                <a:latin typeface="Neue Haas Grotesk Text Pro"/>
              </a:rPr>
              <a:t>&lt;number&gt;</a:t>
            </a:fld>
            <a:endParaRPr lang="ca-ES" sz="1200" b="0" u="none" strike="noStrike">
              <a:solidFill>
                <a:srgbClr val="000000"/>
              </a:solidFill>
              <a:effectLst/>
              <a:uFillTx/>
              <a:latin typeface="Arial"/>
            </a:endParaRPr>
          </a:p>
        </p:txBody>
      </p:sp>
      <p:sp>
        <p:nvSpPr>
          <p:cNvPr id="156" name="CustomShape 3"/>
          <p:cNvSpPr/>
          <p:nvPr/>
        </p:nvSpPr>
        <p:spPr>
          <a:xfrm>
            <a:off x="428760" y="2198880"/>
            <a:ext cx="10020240" cy="146196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lang="en-GB" sz="1800" b="0" u="none" strike="noStrike">
                <a:solidFill>
                  <a:srgbClr val="000000"/>
                </a:solidFill>
                <a:effectLst/>
                <a:uFillTx/>
                <a:latin typeface="Neue Haas Grotesk Text Pro"/>
                <a:ea typeface="DejaVu Sans"/>
              </a:rPr>
              <a:t>En aquesta transparència volem un llistat de tots els perfils que heu identificat al enunciat</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Per exemple:</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Perfil 1: Client</a:t>
            </a:r>
            <a:endParaRPr lang="ca-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TextShape 1"/>
          <p:cNvSpPr/>
          <p:nvPr/>
        </p:nvSpPr>
        <p:spPr>
          <a:xfrm>
            <a:off x="1115640" y="548640"/>
            <a:ext cx="10167480" cy="1179000"/>
          </a:xfrm>
          <a:prstGeom prst="rect">
            <a:avLst/>
          </a:prstGeom>
          <a:noFill/>
          <a:ln w="0">
            <a:noFill/>
          </a:ln>
        </p:spPr>
        <p:style>
          <a:lnRef idx="0"/>
          <a:fillRef idx="0"/>
          <a:effectRef idx="0"/>
          <a:fontRef idx="minor"/>
        </p:style>
        <p:txBody>
          <a:bodyPr lIns="90000" rIns="90000" tIns="45000" bIns="45000" anchor="ctr">
            <a:noAutofit/>
          </a:bodyPr>
          <a:p>
            <a:pPr>
              <a:lnSpc>
                <a:spcPct val="90000"/>
              </a:lnSpc>
            </a:pPr>
            <a:r>
              <a:rPr lang="es-ES" sz="4000" b="1" u="none" strike="noStrike">
                <a:solidFill>
                  <a:srgbClr val="000000"/>
                </a:solidFill>
                <a:effectLst/>
                <a:uFillTx/>
                <a:latin typeface="Neue Haas Grotesk Text Pro"/>
              </a:rPr>
              <a:t>Requisits</a:t>
            </a:r>
            <a:endParaRPr lang="ca-ES" sz="4000" b="0" u="none" strike="noStrike">
              <a:solidFill>
                <a:srgbClr val="000000"/>
              </a:solidFill>
              <a:effectLst/>
              <a:uFillTx/>
              <a:latin typeface="Arial"/>
            </a:endParaRPr>
          </a:p>
        </p:txBody>
      </p:sp>
      <p:sp>
        <p:nvSpPr>
          <p:cNvPr id="158" name="TextShape 2"/>
          <p:cNvSpPr/>
          <p:nvPr/>
        </p:nvSpPr>
        <p:spPr>
          <a:xfrm>
            <a:off x="8540640" y="6356520"/>
            <a:ext cx="2742480" cy="364320"/>
          </a:xfrm>
          <a:prstGeom prst="rect">
            <a:avLst/>
          </a:prstGeom>
          <a:noFill/>
          <a:ln w="0">
            <a:noFill/>
          </a:ln>
        </p:spPr>
        <p:style>
          <a:lnRef idx="0"/>
          <a:fillRef idx="0"/>
          <a:effectRef idx="0"/>
          <a:fontRef idx="minor"/>
        </p:style>
        <p:txBody>
          <a:bodyPr lIns="90000" rIns="90000" tIns="45000" bIns="45000" anchor="ctr">
            <a:noAutofit/>
          </a:bodyPr>
          <a:p>
            <a:pPr algn="r">
              <a:lnSpc>
                <a:spcPct val="100000"/>
              </a:lnSpc>
            </a:pPr>
            <a:fld id="{2D7F9A78-95D1-462A-93DA-C3BF0F23788E}" type="slidenum">
              <a:rPr lang="en-GB" sz="1200" b="0" u="none" strike="noStrike">
                <a:solidFill>
                  <a:srgbClr val="8b8b8b"/>
                </a:solidFill>
                <a:effectLst/>
                <a:uFillTx/>
                <a:latin typeface="Neue Haas Grotesk Text Pro"/>
              </a:rPr>
              <a:t>&lt;number&gt;</a:t>
            </a:fld>
            <a:endParaRPr lang="ca-ES" sz="1200" b="0" u="none" strike="noStrike">
              <a:solidFill>
                <a:srgbClr val="000000"/>
              </a:solidFill>
              <a:effectLst/>
              <a:uFillTx/>
              <a:latin typeface="Arial"/>
            </a:endParaRPr>
          </a:p>
        </p:txBody>
      </p:sp>
      <p:sp>
        <p:nvSpPr>
          <p:cNvPr id="159" name="CustomShape 3"/>
          <p:cNvSpPr/>
          <p:nvPr/>
        </p:nvSpPr>
        <p:spPr>
          <a:xfrm>
            <a:off x="428760" y="2198880"/>
            <a:ext cx="11265480" cy="310716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lang="en-GB" sz="1800" b="0" u="none" strike="noStrike">
                <a:solidFill>
                  <a:srgbClr val="000000"/>
                </a:solidFill>
                <a:effectLst/>
                <a:uFillTx/>
                <a:latin typeface="Neue Haas Grotesk Text Pro"/>
                <a:ea typeface="DejaVu Sans"/>
              </a:rPr>
              <a:t>En aquesta secció de la presentació (pot ser més d’una transparència) volem un llistat de tots els requisits funcionals per cadascú dels perfils (una transparència per perfil). Només volem el nom del requisit i, en el cas de que sigui un requisit no funcional, el seu nom i tipus. Els requisits no funcional poden estar associats a un RF o ser independents, generals per a tot el software.</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Exemples FICTICIS:</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RF 01: El client podrà introduir fer comandes a l’aplicació</a:t>
            </a: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	</a:t>
            </a:r>
            <a:r>
              <a:rPr lang="en-GB" sz="1800" b="0" u="none" strike="noStrike">
                <a:solidFill>
                  <a:srgbClr val="000000"/>
                </a:solidFill>
                <a:effectLst/>
                <a:uFillTx/>
                <a:latin typeface="Neue Haas Grotesk Text Pro"/>
                <a:ea typeface="DejaVu Sans"/>
              </a:rPr>
              <a:t>RNF 01: El màxim nombre de comandes simultànies és de 100 (RNF de Rendiment Estàtic)</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RNF 02: La aplicació tindrà una interfaç amigable (RNF de Objectiu de Disseny)</a:t>
            </a:r>
            <a:endParaRPr lang="ca-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TextShape 1"/>
          <p:cNvSpPr/>
          <p:nvPr/>
        </p:nvSpPr>
        <p:spPr>
          <a:xfrm>
            <a:off x="1115640" y="548640"/>
            <a:ext cx="10167480" cy="1179000"/>
          </a:xfrm>
          <a:prstGeom prst="rect">
            <a:avLst/>
          </a:prstGeom>
          <a:noFill/>
          <a:ln w="0">
            <a:noFill/>
          </a:ln>
        </p:spPr>
        <p:style>
          <a:lnRef idx="0"/>
          <a:fillRef idx="0"/>
          <a:effectRef idx="0"/>
          <a:fontRef idx="minor"/>
        </p:style>
        <p:txBody>
          <a:bodyPr lIns="90000" rIns="90000" tIns="45000" bIns="45000" anchor="ctr">
            <a:noAutofit/>
          </a:bodyPr>
          <a:p>
            <a:pPr>
              <a:lnSpc>
                <a:spcPct val="90000"/>
              </a:lnSpc>
            </a:pPr>
            <a:r>
              <a:rPr lang="es-ES" sz="4000" b="1" u="none" strike="noStrike">
                <a:solidFill>
                  <a:srgbClr val="000000"/>
                </a:solidFill>
                <a:effectLst/>
                <a:uFillTx/>
                <a:latin typeface="Neue Haas Grotesk Text Pro"/>
              </a:rPr>
              <a:t>Burn-down chart</a:t>
            </a:r>
            <a:endParaRPr lang="ca-ES" sz="4000" b="0" u="none" strike="noStrike">
              <a:solidFill>
                <a:srgbClr val="000000"/>
              </a:solidFill>
              <a:effectLst/>
              <a:uFillTx/>
              <a:latin typeface="Arial"/>
            </a:endParaRPr>
          </a:p>
        </p:txBody>
      </p:sp>
      <p:sp>
        <p:nvSpPr>
          <p:cNvPr id="161" name="TextShape 2"/>
          <p:cNvSpPr/>
          <p:nvPr/>
        </p:nvSpPr>
        <p:spPr>
          <a:xfrm>
            <a:off x="8540640" y="6356520"/>
            <a:ext cx="2742480" cy="364320"/>
          </a:xfrm>
          <a:prstGeom prst="rect">
            <a:avLst/>
          </a:prstGeom>
          <a:noFill/>
          <a:ln w="0">
            <a:noFill/>
          </a:ln>
        </p:spPr>
        <p:style>
          <a:lnRef idx="0"/>
          <a:fillRef idx="0"/>
          <a:effectRef idx="0"/>
          <a:fontRef idx="minor"/>
        </p:style>
        <p:txBody>
          <a:bodyPr lIns="90000" rIns="90000" tIns="45000" bIns="45000" anchor="ctr">
            <a:noAutofit/>
          </a:bodyPr>
          <a:p>
            <a:pPr algn="r">
              <a:lnSpc>
                <a:spcPct val="100000"/>
              </a:lnSpc>
            </a:pPr>
            <a:fld id="{4B7F5353-3C1C-4D2C-ADAB-598098CBBDD4}" type="slidenum">
              <a:rPr lang="en-GB" sz="1200" b="0" u="none" strike="noStrike">
                <a:solidFill>
                  <a:srgbClr val="8b8b8b"/>
                </a:solidFill>
                <a:effectLst/>
                <a:uFillTx/>
                <a:latin typeface="Neue Haas Grotesk Text Pro"/>
              </a:rPr>
              <a:t>&lt;number&gt;</a:t>
            </a:fld>
            <a:endParaRPr lang="ca-ES" sz="1200" b="0" u="none" strike="noStrike">
              <a:solidFill>
                <a:srgbClr val="000000"/>
              </a:solidFill>
              <a:effectLst/>
              <a:uFillTx/>
              <a:latin typeface="Arial"/>
            </a:endParaRPr>
          </a:p>
        </p:txBody>
      </p:sp>
      <p:sp>
        <p:nvSpPr>
          <p:cNvPr id="162" name="CustomShape 3"/>
          <p:cNvSpPr/>
          <p:nvPr/>
        </p:nvSpPr>
        <p:spPr>
          <a:xfrm>
            <a:off x="428760" y="2198880"/>
            <a:ext cx="11265480" cy="36396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lang="en-GB" sz="1800" b="0" u="none" strike="noStrike">
                <a:solidFill>
                  <a:srgbClr val="000000"/>
                </a:solidFill>
                <a:effectLst/>
                <a:uFillTx/>
                <a:latin typeface="Neue Haas Grotesk Text Pro"/>
                <a:ea typeface="DejaVu Sans"/>
              </a:rPr>
              <a:t>En aquesta transparència volem el vostre burn-down Chart per aquest sprint</a:t>
            </a:r>
            <a:endParaRPr lang="ca-ES" sz="1800" b="0" u="none" strike="noStrike">
              <a:solidFill>
                <a:srgbClr val="000000"/>
              </a:solidFill>
              <a:effectLst/>
              <a:uFillTx/>
              <a:latin typeface="Arial"/>
            </a:endParaRPr>
          </a:p>
        </p:txBody>
      </p:sp>
      <p:pic>
        <p:nvPicPr>
          <p:cNvPr id="163" name="Picture 4"/>
          <p:cNvPicPr/>
          <p:nvPr/>
        </p:nvPicPr>
        <p:blipFill>
          <a:blip r:embed="rId1"/>
          <a:stretch/>
        </p:blipFill>
        <p:spPr>
          <a:xfrm>
            <a:off x="3103200" y="2190960"/>
            <a:ext cx="5086080" cy="416484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4" name="CustomShape 1"/>
          <p:cNvSpPr/>
          <p:nvPr/>
        </p:nvSpPr>
        <p:spPr>
          <a:xfrm>
            <a:off x="0" y="0"/>
            <a:ext cx="12191400" cy="68572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000000"/>
              </a:solidFill>
              <a:effectLst/>
              <a:uFillTx/>
              <a:latin typeface="Arial"/>
            </a:endParaRPr>
          </a:p>
        </p:txBody>
      </p:sp>
      <p:pic>
        <p:nvPicPr>
          <p:cNvPr id="165" name="Picture 3"/>
          <p:cNvPicPr/>
          <p:nvPr/>
        </p:nvPicPr>
        <p:blipFill>
          <a:blip r:embed="rId1"/>
          <a:srcRect l="0" t="1108" r="-2" b="0"/>
          <a:stretch/>
        </p:blipFill>
        <p:spPr>
          <a:xfrm>
            <a:off x="0" y="0"/>
            <a:ext cx="8667720" cy="6857280"/>
          </a:xfrm>
          <a:prstGeom prst="rect">
            <a:avLst/>
          </a:prstGeom>
          <a:noFill/>
          <a:ln w="0">
            <a:noFill/>
          </a:ln>
        </p:spPr>
      </p:pic>
      <p:sp>
        <p:nvSpPr>
          <p:cNvPr id="166" name="CustomShape 2"/>
          <p:cNvSpPr/>
          <p:nvPr/>
        </p:nvSpPr>
        <p:spPr>
          <a:xfrm flipH="1">
            <a:off x="3710880" y="0"/>
            <a:ext cx="8479800" cy="6857280"/>
          </a:xfrm>
          <a:prstGeom prst="rect">
            <a:avLst/>
          </a:prstGeom>
          <a:gradFill rotWithShape="0">
            <a:gsLst>
              <a:gs pos="0">
                <a:srgbClr val="ffffff"/>
              </a:gs>
              <a:gs pos="100000">
                <a:srgbClr val="ffffff"/>
              </a:gs>
            </a:gsLst>
            <a:lin ang="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000000"/>
              </a:solidFill>
              <a:effectLst/>
              <a:uFillTx/>
              <a:latin typeface="Arial"/>
            </a:endParaRPr>
          </a:p>
        </p:txBody>
      </p:sp>
      <p:sp>
        <p:nvSpPr>
          <p:cNvPr id="167" name="TextShape 3"/>
          <p:cNvSpPr/>
          <p:nvPr/>
        </p:nvSpPr>
        <p:spPr>
          <a:xfrm>
            <a:off x="7848720" y="1122480"/>
            <a:ext cx="4022640" cy="3203280"/>
          </a:xfrm>
          <a:prstGeom prst="rect">
            <a:avLst/>
          </a:prstGeom>
          <a:noFill/>
          <a:ln w="0">
            <a:noFill/>
          </a:ln>
        </p:spPr>
        <p:style>
          <a:lnRef idx="0"/>
          <a:fillRef idx="0"/>
          <a:effectRef idx="0"/>
          <a:fontRef idx="minor"/>
        </p:style>
        <p:txBody>
          <a:bodyPr lIns="90000" rIns="90000" tIns="45000" bIns="45000" anchor="b">
            <a:normAutofit/>
          </a:bodyPr>
          <a:p>
            <a:pPr>
              <a:lnSpc>
                <a:spcPct val="90000"/>
              </a:lnSpc>
            </a:pPr>
            <a:r>
              <a:rPr lang="es-ES" sz="4800" b="1" u="none" strike="noStrike">
                <a:solidFill>
                  <a:srgbClr val="000000"/>
                </a:solidFill>
                <a:effectLst/>
                <a:uFillTx/>
                <a:latin typeface="Neue Haas Grotesk Text Pro"/>
              </a:rPr>
              <a:t>Enginyeria del Software</a:t>
            </a:r>
            <a:endParaRPr lang="ca-ES" sz="4800" b="0" u="none" strike="noStrike">
              <a:solidFill>
                <a:srgbClr val="000000"/>
              </a:solidFill>
              <a:effectLst/>
              <a:uFillTx/>
              <a:latin typeface="Arial"/>
            </a:endParaRPr>
          </a:p>
        </p:txBody>
      </p:sp>
      <p:sp>
        <p:nvSpPr>
          <p:cNvPr id="168" name="CustomShape 4"/>
          <p:cNvSpPr/>
          <p:nvPr/>
        </p:nvSpPr>
        <p:spPr>
          <a:xfrm rot="5400000">
            <a:off x="813132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lang="ca-ES" sz="1800" b="0" u="none" strike="noStrike">
              <a:solidFill>
                <a:srgbClr val="ffffff"/>
              </a:solidFill>
              <a:effectLst/>
              <a:uFillTx/>
              <a:latin typeface="Arial"/>
            </a:endParaRPr>
          </a:p>
        </p:txBody>
      </p:sp>
      <p:sp>
        <p:nvSpPr>
          <p:cNvPr id="169" name="CustomShape 5"/>
          <p:cNvSpPr/>
          <p:nvPr/>
        </p:nvSpPr>
        <p:spPr>
          <a:xfrm>
            <a:off x="7851600" y="4546800"/>
            <a:ext cx="4022640" cy="17640"/>
          </a:xfrm>
          <a:prstGeom prst="rect">
            <a:avLst/>
          </a:prstGeom>
          <a:solidFill>
            <a:schemeClr val="tx2">
              <a:lumMod val="25000"/>
              <a:lumOff val="75000"/>
            </a:schemeClr>
          </a:solidFill>
          <a:ln w="3240">
            <a:solidFill>
              <a:srgbClr val="412426">
                <a:lumMod val="25000"/>
                <a:lumOff val="75000"/>
              </a:srgbClr>
            </a:solidFill>
            <a:round/>
          </a:ln>
        </p:spPr>
        <p:style>
          <a:lnRef idx="2">
            <a:schemeClr val="accent1">
              <a:shade val="50000"/>
            </a:schemeClr>
          </a:lnRef>
          <a:fillRef idx="1">
            <a:schemeClr val="accent1"/>
          </a:fillRef>
          <a:effectRef idx="0">
            <a:schemeClr val="accent1"/>
          </a:effectRef>
          <a:fontRef idx="minor"/>
        </p:style>
        <p:txBody>
          <a:bodyPr lIns="90000" rIns="90000" tIns="-27000" bIns="-27000" anchor="t">
            <a:noAutofit/>
          </a:bodyPr>
          <a:p>
            <a:endParaRPr lang="ca-ES" sz="1800" b="0" u="none" strike="noStrike">
              <a:solidFill>
                <a:srgbClr val="000000"/>
              </a:solidFill>
              <a:effectLst/>
              <a:uFillTx/>
              <a:latin typeface="Arial"/>
            </a:endParaRPr>
          </a:p>
        </p:txBody>
      </p:sp>
      <p:sp>
        <p:nvSpPr>
          <p:cNvPr id="170" name="CustomShape 6"/>
          <p:cNvSpPr/>
          <p:nvPr/>
        </p:nvSpPr>
        <p:spPr>
          <a:xfrm>
            <a:off x="7848720" y="4872960"/>
            <a:ext cx="4022640" cy="1358640"/>
          </a:xfrm>
          <a:prstGeom prst="rect">
            <a:avLst/>
          </a:prstGeom>
          <a:noFill/>
          <a:ln w="0">
            <a:noFill/>
          </a:ln>
        </p:spPr>
        <p:style>
          <a:lnRef idx="0"/>
          <a:fillRef idx="0"/>
          <a:effectRef idx="0"/>
          <a:fontRef idx="minor"/>
        </p:style>
        <p:txBody>
          <a:bodyPr lIns="90000" rIns="90000" tIns="45000" bIns="45000" anchor="t">
            <a:normAutofit/>
          </a:bodyPr>
          <a:p>
            <a:pPr>
              <a:lnSpc>
                <a:spcPct val="100000"/>
              </a:lnSpc>
              <a:spcBef>
                <a:spcPts val="1001"/>
              </a:spcBef>
            </a:pPr>
            <a:r>
              <a:rPr lang="en-GB" sz="1400" b="0" u="none" strike="noStrike">
                <a:solidFill>
                  <a:srgbClr val="000000"/>
                </a:solidFill>
                <a:effectLst/>
                <a:uFillTx/>
                <a:latin typeface="Neue Haas Grotesk Text Pro"/>
                <a:ea typeface="DejaVu Sans"/>
              </a:rPr>
              <a:t>Pràctiques: Grup 411-09</a:t>
            </a:r>
            <a:endParaRPr lang="ca-ES" sz="1400" b="0" u="none" strike="noStrike">
              <a:solidFill>
                <a:srgbClr val="000000"/>
              </a:solidFill>
              <a:effectLst/>
              <a:uFillTx/>
              <a:latin typeface="Arial"/>
            </a:endParaRPr>
          </a:p>
          <a:p>
            <a:pPr>
              <a:lnSpc>
                <a:spcPct val="100000"/>
              </a:lnSpc>
              <a:spcBef>
                <a:spcPts val="1001"/>
              </a:spcBef>
            </a:pPr>
            <a:endParaRPr lang="ca-ES" sz="1400" b="0" u="none" strike="noStrike">
              <a:solidFill>
                <a:srgbClr val="000000"/>
              </a:solidFill>
              <a:effectLst/>
              <a:uFillTx/>
              <a:latin typeface="Arial"/>
            </a:endParaRPr>
          </a:p>
          <a:p>
            <a:pPr>
              <a:lnSpc>
                <a:spcPct val="100000"/>
              </a:lnSpc>
              <a:spcBef>
                <a:spcPts val="1001"/>
              </a:spcBef>
            </a:pPr>
            <a:r>
              <a:rPr lang="en-GB" sz="1400" b="0" u="none" strike="noStrike">
                <a:solidFill>
                  <a:srgbClr val="000000"/>
                </a:solidFill>
                <a:effectLst/>
                <a:uFillTx/>
                <a:latin typeface="Neue Haas Grotesk Text Pro"/>
                <a:ea typeface="DejaVu Sans"/>
              </a:rPr>
              <a:t>Sprint 01: Requisits Funcionals i No Funcionals</a:t>
            </a:r>
            <a:endParaRPr lang="ca-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12426"/>
      </a:dk2>
      <a:lt2>
        <a:srgbClr val="e2e8e8"/>
      </a:lt2>
      <a:accent1>
        <a:srgbClr val="c34d54"/>
      </a:accent1>
      <a:accent2>
        <a:srgbClr val="b1643b"/>
      </a:accent2>
      <a:accent3>
        <a:srgbClr val="bba149"/>
      </a:accent3>
      <a:accent4>
        <a:srgbClr val="98ad39"/>
      </a:accent4>
      <a:accent5>
        <a:srgbClr val="72b346"/>
      </a:accent5>
      <a:accent6>
        <a:srgbClr val="3bb13d"/>
      </a:accent6>
      <a:hlink>
        <a:srgbClr val="30928b"/>
      </a:hlink>
      <a:folHlink>
        <a:srgbClr val="7f7f7f"/>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12426"/>
      </a:dk2>
      <a:lt2>
        <a:srgbClr val="e2e8e8"/>
      </a:lt2>
      <a:accent1>
        <a:srgbClr val="c34d54"/>
      </a:accent1>
      <a:accent2>
        <a:srgbClr val="b1643b"/>
      </a:accent2>
      <a:accent3>
        <a:srgbClr val="bba149"/>
      </a:accent3>
      <a:accent4>
        <a:srgbClr val="98ad39"/>
      </a:accent4>
      <a:accent5>
        <a:srgbClr val="72b346"/>
      </a:accent5>
      <a:accent6>
        <a:srgbClr val="3bb13d"/>
      </a:accent6>
      <a:hlink>
        <a:srgbClr val="30928b"/>
      </a:hlink>
      <a:folHlink>
        <a:srgbClr val="7f7f7f"/>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7b814fa0-4f1b-4d56-8a36-064af1e36e66">
      <UserInfo>
        <DisplayName/>
        <AccountId xsi:nil="true"/>
        <AccountType/>
      </UserInfo>
    </SharedWithUsers>
    <_activity xmlns="b1fa7ccf-aa4f-4f27-84db-07667d020acb"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63BD3DC6F0E81D4FA56575A4B7B24AF5" ma:contentTypeVersion="14" ma:contentTypeDescription="Crear nuevo documento." ma:contentTypeScope="" ma:versionID="ded3d347f3a98b31a82ee0cc093f824b">
  <xsd:schema xmlns:xsd="http://www.w3.org/2001/XMLSchema" xmlns:xs="http://www.w3.org/2001/XMLSchema" xmlns:p="http://schemas.microsoft.com/office/2006/metadata/properties" xmlns:ns3="7b814fa0-4f1b-4d56-8a36-064af1e36e66" xmlns:ns4="b1fa7ccf-aa4f-4f27-84db-07667d020acb" targetNamespace="http://schemas.microsoft.com/office/2006/metadata/properties" ma:root="true" ma:fieldsID="fe3adeea5df1e60fd0d7c7fb86895927" ns3:_="" ns4:_="">
    <xsd:import namespace="7b814fa0-4f1b-4d56-8a36-064af1e36e66"/>
    <xsd:import namespace="b1fa7ccf-aa4f-4f27-84db-07667d020acb"/>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KeyPoints" minOccurs="0"/>
                <xsd:element ref="ns4:MediaServiceKeyPoints" minOccurs="0"/>
                <xsd:element ref="ns4:MediaServiceAutoTags" minOccurs="0"/>
                <xsd:element ref="ns4:MediaServiceOCR" minOccurs="0"/>
                <xsd:element ref="ns4:MediaServiceGenerationTime" minOccurs="0"/>
                <xsd:element ref="ns4:MediaServiceEventHashCode" minOccurs="0"/>
                <xsd:element ref="ns4:_activity" minOccurs="0"/>
                <xsd:element ref="ns4:MediaServiceObjectDetectorVersions" minOccurs="0"/>
                <xsd:element ref="ns4: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b814fa0-4f1b-4d56-8a36-064af1e36e66"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SharingHintHash" ma:index="10" nillable="true" ma:displayName="Hash de la sugerencia para compartir"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fa7ccf-aa4f-4f27-84db-07667d020ac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_activity" ma:index="19" nillable="true" ma:displayName="_activity" ma:hidden="true" ma:internalName="_activity">
      <xsd:simpleType>
        <xsd:restriction base="dms:Note"/>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BF3923-D9E5-4962-BBB8-690B0ABC4F42}">
  <ds:schemaRefs>
    <ds:schemaRef ds:uri="http://www.w3.org/XML/1998/namespace"/>
    <ds:schemaRef ds:uri="b1fa7ccf-aa4f-4f27-84db-07667d020acb"/>
    <ds:schemaRef ds:uri="http://schemas.microsoft.com/office/2006/metadata/properties"/>
    <ds:schemaRef ds:uri="http://schemas.microsoft.com/office/2006/documentManagement/types"/>
    <ds:schemaRef ds:uri="http://purl.org/dc/elements/1.1/"/>
    <ds:schemaRef ds:uri="http://schemas.microsoft.com/office/infopath/2007/PartnerControls"/>
    <ds:schemaRef ds:uri="http://schemas.openxmlformats.org/package/2006/metadata/core-properties"/>
    <ds:schemaRef ds:uri="7b814fa0-4f1b-4d56-8a36-064af1e36e66"/>
    <ds:schemaRef ds:uri="http://purl.org/dc/dcmitype/"/>
    <ds:schemaRef ds:uri="http://purl.org/dc/terms/"/>
  </ds:schemaRefs>
</ds:datastoreItem>
</file>

<file path=customXml/itemProps2.xml><?xml version="1.0" encoding="utf-8"?>
<ds:datastoreItem xmlns:ds="http://schemas.openxmlformats.org/officeDocument/2006/customXml" ds:itemID="{04171512-FDE1-4E49-B7EA-58AD2B333724}">
  <ds:schemaRefs>
    <ds:schemaRef ds:uri="http://schemas.microsoft.com/sharepoint/v3/contenttype/forms"/>
  </ds:schemaRefs>
</ds:datastoreItem>
</file>

<file path=customXml/itemProps3.xml><?xml version="1.0" encoding="utf-8"?>
<ds:datastoreItem xmlns:ds="http://schemas.openxmlformats.org/officeDocument/2006/customXml" ds:itemID="{E77A2FCE-FB77-4A2D-98B9-B8BD51BEE8C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b814fa0-4f1b-4d56-8a36-064af1e36e66"/>
    <ds:schemaRef ds:uri="b1fa7ccf-aa4f-4f27-84db-07667d020ac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7785</TotalTime>
  <Application>LibreOffice/25.8.5.2$Linux_X86_64 LibreOffice_project/580$Build-2</Application>
  <AppVersion>15.0000</AppVersion>
  <Words>286</Words>
  <Paragraphs>46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2023-02-10T08:32:17Z</dcterms:created>
  <dc:creator>Jorge Bernal del Nozal</dc:creator>
  <dc:description/>
  <dc:language>en-GB</dc:language>
  <cp:lastModifiedBy/>
  <dcterms:modified xsi:type="dcterms:W3CDTF">2026-03-14T23:17:01Z</dcterms:modified>
  <cp:revision>38</cp:revision>
  <dc:subject/>
  <dc:title>Enginyeria del Software</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mplianceAssetId">
    <vt:lpwstr/>
  </property>
  <property fmtid="{D5CDD505-2E9C-101B-9397-08002B2CF9AE}" pid="3" name="ContentTypeId">
    <vt:lpwstr>0x01010063BD3DC6F0E81D4FA56575A4B7B24AF5</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0</vt:i4>
  </property>
  <property fmtid="{D5CDD505-2E9C-101B-9397-08002B2CF9AE}" pid="9" name="Order">
    <vt:i4>1700</vt:i4>
  </property>
  <property fmtid="{D5CDD505-2E9C-101B-9397-08002B2CF9AE}" pid="10" name="PresentationFormat">
    <vt:lpwstr>Panorámica</vt:lpwstr>
  </property>
  <property fmtid="{D5CDD505-2E9C-101B-9397-08002B2CF9AE}" pid="11" name="ScaleCrop">
    <vt:bool>0</vt:bool>
  </property>
  <property fmtid="{D5CDD505-2E9C-101B-9397-08002B2CF9AE}" pid="12" name="ShareDoc">
    <vt:bool>0</vt:bool>
  </property>
  <property fmtid="{D5CDD505-2E9C-101B-9397-08002B2CF9AE}" pid="13" name="Slides">
    <vt:i4>7</vt:i4>
  </property>
  <property fmtid="{D5CDD505-2E9C-101B-9397-08002B2CF9AE}" pid="14" name="TriggerFlowInfo">
    <vt:lpwstr/>
  </property>
  <property fmtid="{D5CDD505-2E9C-101B-9397-08002B2CF9AE}" pid="15" name="_ExtendedDescription">
    <vt:lpwstr/>
  </property>
</Properties>
</file>