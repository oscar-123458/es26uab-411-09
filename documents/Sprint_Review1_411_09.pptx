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257" r:id="rId4"/>
    <p:sldId id="258" r:id="rId5"/>
    <p:sldId id="259" r:id="rId6"/>
    <p:sldId id="260" r:id="rId7"/>
    <p:sldId id="261" r:id="rId8"/>
    <p:sldId id="262" r:id="rId9"/>
  </p:sldIdLst>
  <p:sldSz cx="12192000" cy="6858000"/>
  <p:notesSz cx="7559675" cy="106918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96" y="3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viewProps" Target="viewProps.xml"/><Relationship Id="rId5" Type="http://schemas.openxmlformats.org/officeDocument/2006/relationships/slide" Target="slides/slide3.xml"/><Relationship Id="rId1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bg>
      <p:bgPr>
        <a:solidFill>
          <a:srgbClr val="FFFFFF"/>
        </a:solidFill>
        <a:effectLst/>
      </p:bgPr>
    </p:bg>
    <p:spTree>
      <p:nvGrpSpPr>
        <p:cNvPr id="1" name=""/>
        <p:cNvGrpSpPr/>
        <p:nvPr/>
      </p:nvGrpSpPr>
      <p:grpSpPr>
        <a:xfrm>
          <a:off x="0" y="0"/>
          <a:ext cx="0" cy="0"/>
          <a:chOff x="0" y="0"/>
          <a:chExt cx="0" cy="0"/>
        </a:xfrm>
      </p:grpSpPr>
      <p:sp>
        <p:nvSpPr>
          <p:cNvPr id="2"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3"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4"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5"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6"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7" name="PlaceHolder 4"/>
          <p:cNvSpPr>
            <a:spLocks noGrp="1"/>
          </p:cNvSpPr>
          <p:nvPr>
            <p:ph type="body"/>
          </p:nvPr>
        </p:nvSpPr>
        <p:spPr>
          <a:xfrm>
            <a:off x="609480" y="3682080"/>
            <a:ext cx="1097208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OverTx" preserve="1">
  <p:cSld name="Title, Content over Content">
    <p:bg>
      <p:bgPr>
        <a:solidFill>
          <a:srgbClr val="FFFFFF"/>
        </a:solidFill>
        <a:effectLst/>
      </p:bgPr>
    </p:bg>
    <p:spTree>
      <p:nvGrpSpPr>
        <p:cNvPr id="1" name=""/>
        <p:cNvGrpSpPr/>
        <p:nvPr/>
      </p:nvGrpSpPr>
      <p:grpSpPr>
        <a:xfrm>
          <a:off x="0" y="0"/>
          <a:ext cx="0" cy="0"/>
          <a:chOff x="0" y="0"/>
          <a:chExt cx="0" cy="0"/>
        </a:xfrm>
      </p:grpSpPr>
      <p:sp>
        <p:nvSpPr>
          <p:cNvPr id="8"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9"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10"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11" name="PlaceHolder 2"/>
          <p:cNvSpPr>
            <a:spLocks noGrp="1"/>
          </p:cNvSpPr>
          <p:nvPr>
            <p:ph type="body"/>
          </p:nvPr>
        </p:nvSpPr>
        <p:spPr>
          <a:xfrm>
            <a:off x="609480" y="1604520"/>
            <a:ext cx="1097208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2" name="PlaceHolder 3"/>
          <p:cNvSpPr>
            <a:spLocks noGrp="1"/>
          </p:cNvSpPr>
          <p:nvPr>
            <p:ph type="body"/>
          </p:nvPr>
        </p:nvSpPr>
        <p:spPr>
          <a:xfrm>
            <a:off x="609480" y="3682080"/>
            <a:ext cx="1097208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fourObj" preserve="1">
  <p:cSld name="Title, 4 Content">
    <p:bg>
      <p:bgPr>
        <a:solidFill>
          <a:srgbClr val="FFFFFF"/>
        </a:solidFill>
        <a:effectLst/>
      </p:bgPr>
    </p:bg>
    <p:spTree>
      <p:nvGrpSpPr>
        <p:cNvPr id="1" name=""/>
        <p:cNvGrpSpPr/>
        <p:nvPr/>
      </p:nvGrpSpPr>
      <p:grpSpPr>
        <a:xfrm>
          <a:off x="0" y="0"/>
          <a:ext cx="0" cy="0"/>
          <a:chOff x="0" y="0"/>
          <a:chExt cx="0" cy="0"/>
        </a:xfrm>
      </p:grpSpPr>
      <p:sp>
        <p:nvSpPr>
          <p:cNvPr id="13"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4"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15"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16"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7"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8"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9" name="PlaceHolder 5"/>
          <p:cNvSpPr>
            <a:spLocks noGrp="1"/>
          </p:cNvSpPr>
          <p:nvPr>
            <p:ph type="body"/>
          </p:nvPr>
        </p:nvSpPr>
        <p:spPr>
          <a:xfrm>
            <a:off x="623196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Title, 6 Content">
    <p:bg>
      <p:bgPr>
        <a:solidFill>
          <a:srgbClr val="FFFFFF"/>
        </a:solidFill>
        <a:effectLst/>
      </p:bgPr>
    </p:bg>
    <p:spTree>
      <p:nvGrpSpPr>
        <p:cNvPr id="1" name=""/>
        <p:cNvGrpSpPr/>
        <p:nvPr/>
      </p:nvGrpSpPr>
      <p:grpSpPr>
        <a:xfrm>
          <a:off x="0" y="0"/>
          <a:ext cx="0" cy="0"/>
          <a:chOff x="0" y="0"/>
          <a:chExt cx="0" cy="0"/>
        </a:xfrm>
      </p:grpSpPr>
      <p:sp>
        <p:nvSpPr>
          <p:cNvPr id="20"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21"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22"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23" name="PlaceHolder 2"/>
          <p:cNvSpPr>
            <a:spLocks noGrp="1"/>
          </p:cNvSpPr>
          <p:nvPr>
            <p:ph type="body"/>
          </p:nvPr>
        </p:nvSpPr>
        <p:spPr>
          <a:xfrm>
            <a:off x="609480" y="160452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24" name="PlaceHolder 3"/>
          <p:cNvSpPr>
            <a:spLocks noGrp="1"/>
          </p:cNvSpPr>
          <p:nvPr>
            <p:ph type="body"/>
          </p:nvPr>
        </p:nvSpPr>
        <p:spPr>
          <a:xfrm>
            <a:off x="4319640" y="160452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25" name="PlaceHolder 4"/>
          <p:cNvSpPr>
            <a:spLocks noGrp="1"/>
          </p:cNvSpPr>
          <p:nvPr>
            <p:ph type="body"/>
          </p:nvPr>
        </p:nvSpPr>
        <p:spPr>
          <a:xfrm>
            <a:off x="8029800" y="160452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26" name="PlaceHolder 5"/>
          <p:cNvSpPr>
            <a:spLocks noGrp="1"/>
          </p:cNvSpPr>
          <p:nvPr>
            <p:ph type="body"/>
          </p:nvPr>
        </p:nvSpPr>
        <p:spPr>
          <a:xfrm>
            <a:off x="609480" y="368208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27" name="PlaceHolder 6"/>
          <p:cNvSpPr>
            <a:spLocks noGrp="1"/>
          </p:cNvSpPr>
          <p:nvPr>
            <p:ph type="body"/>
          </p:nvPr>
        </p:nvSpPr>
        <p:spPr>
          <a:xfrm>
            <a:off x="4319640" y="368208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28" name="PlaceHolder 7"/>
          <p:cNvSpPr>
            <a:spLocks noGrp="1"/>
          </p:cNvSpPr>
          <p:nvPr>
            <p:ph type="body"/>
          </p:nvPr>
        </p:nvSpPr>
        <p:spPr>
          <a:xfrm>
            <a:off x="8029800" y="368208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Slide">
    <p:bg>
      <p:bgPr>
        <a:solidFill>
          <a:srgbClr val="FFFFFF"/>
        </a:solidFill>
        <a:effectLst/>
      </p:bgPr>
    </p:bg>
    <p:spTree>
      <p:nvGrpSpPr>
        <p:cNvPr id="1" name=""/>
        <p:cNvGrpSpPr/>
        <p:nvPr/>
      </p:nvGrpSpPr>
      <p:grpSpPr>
        <a:xfrm>
          <a:off x="0" y="0"/>
          <a:ext cx="0" cy="0"/>
          <a:chOff x="0" y="0"/>
          <a:chExt cx="0" cy="0"/>
        </a:xfrm>
      </p:grpSpPr>
      <p:sp>
        <p:nvSpPr>
          <p:cNvPr id="29"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30"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 preserve="1">
  <p:cSld name="Title Slide">
    <p:bg>
      <p:bgPr>
        <a:solidFill>
          <a:srgbClr val="FFFFFF"/>
        </a:solidFill>
        <a:effectLst/>
      </p:bgPr>
    </p:bg>
    <p:spTree>
      <p:nvGrpSpPr>
        <p:cNvPr id="1" name=""/>
        <p:cNvGrpSpPr/>
        <p:nvPr/>
      </p:nvGrpSpPr>
      <p:grpSpPr>
        <a:xfrm>
          <a:off x="0" y="0"/>
          <a:ext cx="0" cy="0"/>
          <a:chOff x="0" y="0"/>
          <a:chExt cx="0" cy="0"/>
        </a:xfrm>
      </p:grpSpPr>
      <p:sp>
        <p:nvSpPr>
          <p:cNvPr id="31"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32"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33"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3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32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2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2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20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Content">
    <p:bg>
      <p:bgPr>
        <a:solidFill>
          <a:srgbClr val="FFFFFF"/>
        </a:solidFill>
        <a:effectLst/>
      </p:bgPr>
    </p:bg>
    <p:spTree>
      <p:nvGrpSpPr>
        <p:cNvPr id="1" name=""/>
        <p:cNvGrpSpPr/>
        <p:nvPr/>
      </p:nvGrpSpPr>
      <p:grpSpPr>
        <a:xfrm>
          <a:off x="0" y="0"/>
          <a:ext cx="0" cy="0"/>
          <a:chOff x="0" y="0"/>
          <a:chExt cx="0" cy="0"/>
        </a:xfrm>
      </p:grpSpPr>
      <p:sp>
        <p:nvSpPr>
          <p:cNvPr id="35"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36"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37"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38"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itle, 2 Content">
    <p:bg>
      <p:bgPr>
        <a:solidFill>
          <a:srgbClr val="FFFFFF"/>
        </a:solidFill>
        <a:effectLst/>
      </p:bgPr>
    </p:bg>
    <p:spTree>
      <p:nvGrpSpPr>
        <p:cNvPr id="1" name=""/>
        <p:cNvGrpSpPr/>
        <p:nvPr/>
      </p:nvGrpSpPr>
      <p:grpSpPr>
        <a:xfrm>
          <a:off x="0" y="0"/>
          <a:ext cx="0" cy="0"/>
          <a:chOff x="0" y="0"/>
          <a:chExt cx="0" cy="0"/>
        </a:xfrm>
      </p:grpSpPr>
      <p:sp>
        <p:nvSpPr>
          <p:cNvPr id="39"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40"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41"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42"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43"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44"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45"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46"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Centered Text">
    <p:bg>
      <p:bgPr>
        <a:solidFill>
          <a:srgbClr val="FFFFFF"/>
        </a:solidFill>
        <a:effectLst/>
      </p:bgPr>
    </p:bg>
    <p:spTree>
      <p:nvGrpSpPr>
        <p:cNvPr id="1" name=""/>
        <p:cNvGrpSpPr/>
        <p:nvPr/>
      </p:nvGrpSpPr>
      <p:grpSpPr>
        <a:xfrm>
          <a:off x="0" y="0"/>
          <a:ext cx="0" cy="0"/>
          <a:chOff x="0" y="0"/>
          <a:chExt cx="0" cy="0"/>
        </a:xfrm>
      </p:grpSpPr>
      <p:sp>
        <p:nvSpPr>
          <p:cNvPr id="47"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48"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AndTx" preserve="1">
  <p:cSld name="Title, 2 Content and Content">
    <p:bg>
      <p:bgPr>
        <a:solidFill>
          <a:srgbClr val="FFFFFF"/>
        </a:solidFill>
        <a:effectLst/>
      </p:bgPr>
    </p:bg>
    <p:spTree>
      <p:nvGrpSpPr>
        <p:cNvPr id="1" name=""/>
        <p:cNvGrpSpPr/>
        <p:nvPr/>
      </p:nvGrpSpPr>
      <p:grpSpPr>
        <a:xfrm>
          <a:off x="0" y="0"/>
          <a:ext cx="0" cy="0"/>
          <a:chOff x="0" y="0"/>
          <a:chExt cx="0" cy="0"/>
        </a:xfrm>
      </p:grpSpPr>
      <p:sp>
        <p:nvSpPr>
          <p:cNvPr id="49"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50"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51"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52"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53"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54"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Content and 2 Content">
    <p:bg>
      <p:bgPr>
        <a:solidFill>
          <a:srgbClr val="FFFFFF"/>
        </a:solidFill>
        <a:effectLst/>
      </p:bgPr>
    </p:bg>
    <p:spTree>
      <p:nvGrpSpPr>
        <p:cNvPr id="1" name=""/>
        <p:cNvGrpSpPr/>
        <p:nvPr/>
      </p:nvGrpSpPr>
      <p:grpSpPr>
        <a:xfrm>
          <a:off x="0" y="0"/>
          <a:ext cx="0" cy="0"/>
          <a:chOff x="0" y="0"/>
          <a:chExt cx="0" cy="0"/>
        </a:xfrm>
      </p:grpSpPr>
      <p:sp>
        <p:nvSpPr>
          <p:cNvPr id="55" name="CustomShape 5"/>
          <p:cNvSpPr/>
          <p:nvPr/>
        </p:nvSpPr>
        <p:spPr>
          <a:xfrm rot="5400000">
            <a:off x="85824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56" name="CustomShape 6"/>
          <p:cNvSpPr/>
          <p:nvPr/>
        </p:nvSpPr>
        <p:spPr>
          <a:xfrm flipV="1">
            <a:off x="578520" y="4499640"/>
            <a:ext cx="11034000" cy="17640"/>
          </a:xfrm>
          <a:prstGeom prst="rect">
            <a:avLst/>
          </a:prstGeom>
          <a:solidFill>
            <a:schemeClr val="tx2">
              <a:lumMod val="25000"/>
              <a:lumOff val="75000"/>
            </a:schemeClr>
          </a:solidFill>
          <a:ln w="3240">
            <a:noFill/>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57"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58"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59"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60" name="PlaceHolder 4"/>
          <p:cNvSpPr>
            <a:spLocks noGrp="1"/>
          </p:cNvSpPr>
          <p:nvPr>
            <p:ph type="body"/>
          </p:nvPr>
        </p:nvSpPr>
        <p:spPr>
          <a:xfrm>
            <a:off x="623196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OverTx" preserve="1">
  <p:cSld name="Default">
    <p:bg>
      <p:bgPr>
        <a:solidFill>
          <a:srgbClr val="FFFFFF"/>
        </a:solidFill>
        <a:effectLst/>
      </p:bgPr>
    </p:bg>
    <p:spTree>
      <p:nvGrpSpPr>
        <p:cNvPr id="1" name=""/>
        <p:cNvGrpSpPr/>
        <p:nvPr/>
      </p:nvGrpSpPr>
      <p:grpSpPr>
        <a:xfrm>
          <a:off x="0" y="0"/>
          <a:ext cx="0" cy="0"/>
          <a:chOff x="0" y="0"/>
          <a:chExt cx="0" cy="0"/>
        </a:xfrm>
      </p:grpSpPr>
      <p:sp>
        <p:nvSpPr>
          <p:cNvPr id="61"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62"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63"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64"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65"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66"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67" name="PlaceHolder 4"/>
          <p:cNvSpPr>
            <a:spLocks noGrp="1"/>
          </p:cNvSpPr>
          <p:nvPr>
            <p:ph type="body"/>
          </p:nvPr>
        </p:nvSpPr>
        <p:spPr>
          <a:xfrm>
            <a:off x="609480" y="3682080"/>
            <a:ext cx="1097208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reserve="1">
  <p:cSld name="Default 1">
    <p:bg>
      <p:bgPr>
        <a:solidFill>
          <a:srgbClr val="FFFFFF"/>
        </a:solidFill>
        <a:effectLst/>
      </p:bgPr>
    </p:bg>
    <p:spTree>
      <p:nvGrpSpPr>
        <p:cNvPr id="1" name=""/>
        <p:cNvGrpSpPr/>
        <p:nvPr/>
      </p:nvGrpSpPr>
      <p:grpSpPr>
        <a:xfrm>
          <a:off x="0" y="0"/>
          <a:ext cx="0" cy="0"/>
          <a:chOff x="0" y="0"/>
          <a:chExt cx="0" cy="0"/>
        </a:xfrm>
      </p:grpSpPr>
      <p:sp>
        <p:nvSpPr>
          <p:cNvPr id="68"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69"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70"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71"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72" name="PlaceHolder 2"/>
          <p:cNvSpPr>
            <a:spLocks noGrp="1"/>
          </p:cNvSpPr>
          <p:nvPr>
            <p:ph type="body"/>
          </p:nvPr>
        </p:nvSpPr>
        <p:spPr>
          <a:xfrm>
            <a:off x="609480" y="1604520"/>
            <a:ext cx="1097208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73" name="PlaceHolder 3"/>
          <p:cNvSpPr>
            <a:spLocks noGrp="1"/>
          </p:cNvSpPr>
          <p:nvPr>
            <p:ph type="body"/>
          </p:nvPr>
        </p:nvSpPr>
        <p:spPr>
          <a:xfrm>
            <a:off x="609480" y="3682080"/>
            <a:ext cx="1097208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fourObj" preserve="1">
  <p:cSld name="Default 2">
    <p:bg>
      <p:bgPr>
        <a:solidFill>
          <a:srgbClr val="FFFFFF"/>
        </a:solidFill>
        <a:effectLst/>
      </p:bgPr>
    </p:bg>
    <p:spTree>
      <p:nvGrpSpPr>
        <p:cNvPr id="1" name=""/>
        <p:cNvGrpSpPr/>
        <p:nvPr/>
      </p:nvGrpSpPr>
      <p:grpSpPr>
        <a:xfrm>
          <a:off x="0" y="0"/>
          <a:ext cx="0" cy="0"/>
          <a:chOff x="0" y="0"/>
          <a:chExt cx="0" cy="0"/>
        </a:xfrm>
      </p:grpSpPr>
      <p:sp>
        <p:nvSpPr>
          <p:cNvPr id="74"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75"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76"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77"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78"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79"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80"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81" name="PlaceHolder 5"/>
          <p:cNvSpPr>
            <a:spLocks noGrp="1"/>
          </p:cNvSpPr>
          <p:nvPr>
            <p:ph type="body"/>
          </p:nvPr>
        </p:nvSpPr>
        <p:spPr>
          <a:xfrm>
            <a:off x="623196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Default 3">
    <p:bg>
      <p:bgPr>
        <a:solidFill>
          <a:srgbClr val="FFFFFF"/>
        </a:solidFill>
        <a:effectLst/>
      </p:bgPr>
    </p:bg>
    <p:spTree>
      <p:nvGrpSpPr>
        <p:cNvPr id="1" name=""/>
        <p:cNvGrpSpPr/>
        <p:nvPr/>
      </p:nvGrpSpPr>
      <p:grpSpPr>
        <a:xfrm>
          <a:off x="0" y="0"/>
          <a:ext cx="0" cy="0"/>
          <a:chOff x="0" y="0"/>
          <a:chExt cx="0" cy="0"/>
        </a:xfrm>
      </p:grpSpPr>
      <p:sp>
        <p:nvSpPr>
          <p:cNvPr id="82"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83"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84"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85"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86" name="PlaceHolder 2"/>
          <p:cNvSpPr>
            <a:spLocks noGrp="1"/>
          </p:cNvSpPr>
          <p:nvPr>
            <p:ph type="body"/>
          </p:nvPr>
        </p:nvSpPr>
        <p:spPr>
          <a:xfrm>
            <a:off x="609480" y="160452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87" name="PlaceHolder 3"/>
          <p:cNvSpPr>
            <a:spLocks noGrp="1"/>
          </p:cNvSpPr>
          <p:nvPr>
            <p:ph type="body"/>
          </p:nvPr>
        </p:nvSpPr>
        <p:spPr>
          <a:xfrm>
            <a:off x="4319640" y="160452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88" name="PlaceHolder 4"/>
          <p:cNvSpPr>
            <a:spLocks noGrp="1"/>
          </p:cNvSpPr>
          <p:nvPr>
            <p:ph type="body"/>
          </p:nvPr>
        </p:nvSpPr>
        <p:spPr>
          <a:xfrm>
            <a:off x="8029800" y="160452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89" name="PlaceHolder 5"/>
          <p:cNvSpPr>
            <a:spLocks noGrp="1"/>
          </p:cNvSpPr>
          <p:nvPr>
            <p:ph type="body"/>
          </p:nvPr>
        </p:nvSpPr>
        <p:spPr>
          <a:xfrm>
            <a:off x="609480" y="368208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90" name="PlaceHolder 6"/>
          <p:cNvSpPr>
            <a:spLocks noGrp="1"/>
          </p:cNvSpPr>
          <p:nvPr>
            <p:ph type="body"/>
          </p:nvPr>
        </p:nvSpPr>
        <p:spPr>
          <a:xfrm>
            <a:off x="4319640" y="368208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91" name="PlaceHolder 7"/>
          <p:cNvSpPr>
            <a:spLocks noGrp="1"/>
          </p:cNvSpPr>
          <p:nvPr>
            <p:ph type="body"/>
          </p:nvPr>
        </p:nvSpPr>
        <p:spPr>
          <a:xfrm>
            <a:off x="8029800" y="3682080"/>
            <a:ext cx="3532680" cy="1896480"/>
          </a:xfrm>
          <a:prstGeom prst="rect">
            <a:avLst/>
          </a:prstGeom>
          <a:noFill/>
          <a:ln w="0">
            <a:noFill/>
          </a:ln>
        </p:spPr>
        <p:txBody>
          <a:bodyPr lIns="0" tIns="0" rIns="0" bIns="0" anchor="t">
            <a:normAutofit fontScale="62500" lnSpcReduction="1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Default 4">
    <p:bg>
      <p:bgPr>
        <a:solidFill>
          <a:srgbClr val="FFFFFF"/>
        </a:solidFill>
        <a:effectLst/>
      </p:bgPr>
    </p:bg>
    <p:spTree>
      <p:nvGrpSpPr>
        <p:cNvPr id="1" name=""/>
        <p:cNvGrpSpPr/>
        <p:nvPr/>
      </p:nvGrpSpPr>
      <p:grpSpPr>
        <a:xfrm>
          <a:off x="0" y="0"/>
          <a:ext cx="0" cy="0"/>
          <a:chOff x="0" y="0"/>
          <a:chExt cx="0" cy="0"/>
        </a:xfrm>
      </p:grpSpPr>
      <p:sp>
        <p:nvSpPr>
          <p:cNvPr id="92"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93"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94"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9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ca-ES" sz="4400" b="0" u="none" strike="noStrike">
                <a:solidFill>
                  <a:srgbClr val="000000"/>
                </a:solidFill>
                <a:effectLst/>
                <a:uFillTx/>
                <a:latin typeface="Arial"/>
              </a:rPr>
              <a:t>Click to edit the title text format</a:t>
            </a:r>
          </a:p>
        </p:txBody>
      </p:sp>
      <p:sp>
        <p:nvSpPr>
          <p:cNvPr id="96"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32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2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2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20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2000" b="0" u="none" strike="noStrike">
                <a:solidFill>
                  <a:srgbClr val="000000"/>
                </a:solidFill>
                <a:effectLst/>
                <a:uFillTx/>
                <a:latin typeface="Arial"/>
              </a:rPr>
              <a:t>Seventh Outline Level</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x" preserve="1">
  <p:cSld name="Default 5">
    <p:bg>
      <p:bgPr>
        <a:solidFill>
          <a:srgbClr val="FFFFFF"/>
        </a:solidFill>
        <a:effectLst/>
      </p:bgPr>
    </p:bg>
    <p:spTree>
      <p:nvGrpSpPr>
        <p:cNvPr id="1" name=""/>
        <p:cNvGrpSpPr/>
        <p:nvPr/>
      </p:nvGrpSpPr>
      <p:grpSpPr>
        <a:xfrm>
          <a:off x="0" y="0"/>
          <a:ext cx="0" cy="0"/>
          <a:chOff x="0" y="0"/>
          <a:chExt cx="0" cy="0"/>
        </a:xfrm>
      </p:grpSpPr>
      <p:sp>
        <p:nvSpPr>
          <p:cNvPr id="97"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98"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99"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0"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Default 6">
    <p:bg>
      <p:bgPr>
        <a:solidFill>
          <a:srgbClr val="FFFFFF"/>
        </a:solidFill>
        <a:effectLst/>
      </p:bgPr>
    </p:bg>
    <p:spTree>
      <p:nvGrpSpPr>
        <p:cNvPr id="1" name=""/>
        <p:cNvGrpSpPr/>
        <p:nvPr/>
      </p:nvGrpSpPr>
      <p:grpSpPr>
        <a:xfrm>
          <a:off x="0" y="0"/>
          <a:ext cx="0" cy="0"/>
          <a:chOff x="0" y="0"/>
          <a:chExt cx="0" cy="0"/>
        </a:xfrm>
      </p:grpSpPr>
      <p:sp>
        <p:nvSpPr>
          <p:cNvPr id="101"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2"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3"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4"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105"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Default 7">
    <p:bg>
      <p:bgPr>
        <a:solidFill>
          <a:srgbClr val="FFFFFF"/>
        </a:solidFill>
        <a:effectLst/>
      </p:bgPr>
    </p:bg>
    <p:spTree>
      <p:nvGrpSpPr>
        <p:cNvPr id="1" name=""/>
        <p:cNvGrpSpPr/>
        <p:nvPr/>
      </p:nvGrpSpPr>
      <p:grpSpPr>
        <a:xfrm>
          <a:off x="0" y="0"/>
          <a:ext cx="0" cy="0"/>
          <a:chOff x="0" y="0"/>
          <a:chExt cx="0" cy="0"/>
        </a:xfrm>
      </p:grpSpPr>
      <p:sp>
        <p:nvSpPr>
          <p:cNvPr id="106"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7"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8"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09"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110"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11"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Default 8">
    <p:bg>
      <p:bgPr>
        <a:solidFill>
          <a:srgbClr val="FFFFFF"/>
        </a:solidFill>
        <a:effectLst/>
      </p:bgPr>
    </p:bg>
    <p:spTree>
      <p:nvGrpSpPr>
        <p:cNvPr id="1" name=""/>
        <p:cNvGrpSpPr/>
        <p:nvPr/>
      </p:nvGrpSpPr>
      <p:grpSpPr>
        <a:xfrm>
          <a:off x="0" y="0"/>
          <a:ext cx="0" cy="0"/>
          <a:chOff x="0" y="0"/>
          <a:chExt cx="0" cy="0"/>
        </a:xfrm>
      </p:grpSpPr>
      <p:sp>
        <p:nvSpPr>
          <p:cNvPr id="112"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13"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14"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15"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nly" preserve="1">
  <p:cSld name="Default 9">
    <p:bg>
      <p:bgPr>
        <a:solidFill>
          <a:srgbClr val="FFFFFF"/>
        </a:solidFill>
        <a:effectLst/>
      </p:bgPr>
    </p:bg>
    <p:spTree>
      <p:nvGrpSpPr>
        <p:cNvPr id="1" name=""/>
        <p:cNvGrpSpPr/>
        <p:nvPr/>
      </p:nvGrpSpPr>
      <p:grpSpPr>
        <a:xfrm>
          <a:off x="0" y="0"/>
          <a:ext cx="0" cy="0"/>
          <a:chOff x="0" y="0"/>
          <a:chExt cx="0" cy="0"/>
        </a:xfrm>
      </p:grpSpPr>
      <p:sp>
        <p:nvSpPr>
          <p:cNvPr id="116"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17"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18"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AndTx" preserve="1">
  <p:cSld name="Default 10">
    <p:bg>
      <p:bgPr>
        <a:solidFill>
          <a:srgbClr val="FFFFFF"/>
        </a:solidFill>
        <a:effectLst/>
      </p:bgPr>
    </p:bg>
    <p:spTree>
      <p:nvGrpSpPr>
        <p:cNvPr id="1" name=""/>
        <p:cNvGrpSpPr/>
        <p:nvPr/>
      </p:nvGrpSpPr>
      <p:grpSpPr>
        <a:xfrm>
          <a:off x="0" y="0"/>
          <a:ext cx="0" cy="0"/>
          <a:chOff x="0" y="0"/>
          <a:chExt cx="0" cy="0"/>
        </a:xfrm>
      </p:grpSpPr>
      <p:sp>
        <p:nvSpPr>
          <p:cNvPr id="119"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20"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21"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22"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123"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24"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25"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xAndTwoObj" preserve="1">
  <p:cSld name="Default 11">
    <p:bg>
      <p:bgPr>
        <a:solidFill>
          <a:srgbClr val="FFFFFF"/>
        </a:solidFill>
        <a:effectLst/>
      </p:bgPr>
    </p:bg>
    <p:spTree>
      <p:nvGrpSpPr>
        <p:cNvPr id="1" name=""/>
        <p:cNvGrpSpPr/>
        <p:nvPr/>
      </p:nvGrpSpPr>
      <p:grpSpPr>
        <a:xfrm>
          <a:off x="0" y="0"/>
          <a:ext cx="0" cy="0"/>
          <a:chOff x="0" y="0"/>
          <a:chExt cx="0" cy="0"/>
        </a:xfrm>
      </p:grpSpPr>
      <p:sp>
        <p:nvSpPr>
          <p:cNvPr id="126" name="CustomShape 1"/>
          <p:cNvSpPr/>
          <p:nvPr/>
        </p:nvSpPr>
        <p:spPr>
          <a:xfrm>
            <a:off x="558360" y="0"/>
            <a:ext cx="11166840" cy="2018160"/>
          </a:xfrm>
          <a:prstGeom prst="rect">
            <a:avLst/>
          </a:prstGeom>
          <a:solidFill>
            <a:srgbClr val="C34D54"/>
          </a:solidFill>
          <a:ln w="9360">
            <a:solidFill>
              <a:srgbClr val="412426">
                <a:lumMod val="10000"/>
                <a:lumOff val="90000"/>
              </a:srgbClr>
            </a:solidFill>
            <a:round/>
          </a:ln>
          <a:effectLst>
            <a:outerShdw blurRad="50760" dist="37674"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27" name="CustomShape 2"/>
          <p:cNvSpPr/>
          <p:nvPr/>
        </p:nvSpPr>
        <p:spPr>
          <a:xfrm>
            <a:off x="567000" y="0"/>
            <a:ext cx="11154960" cy="2010960"/>
          </a:xfrm>
          <a:prstGeom prst="rect">
            <a:avLst/>
          </a:prstGeom>
          <a:solidFill>
            <a:srgbClr val="C34D54"/>
          </a:solidFill>
          <a:ln w="9360">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28" name="CustomShape 3"/>
          <p:cNvSpPr/>
          <p:nvPr/>
        </p:nvSpPr>
        <p:spPr>
          <a:xfrm>
            <a:off x="498960" y="787320"/>
            <a:ext cx="127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29" name="PlaceHolder 1"/>
          <p:cNvSpPr>
            <a:spLocks noGrp="1"/>
          </p:cNvSpPr>
          <p:nvPr>
            <p:ph type="title"/>
          </p:nvPr>
        </p:nvSpPr>
        <p:spPr>
          <a:xfrm>
            <a:off x="576000" y="2573280"/>
            <a:ext cx="11036160" cy="274680"/>
          </a:xfrm>
          <a:prstGeom prst="rect">
            <a:avLst/>
          </a:prstGeom>
          <a:noFill/>
          <a:ln w="0">
            <a:noFill/>
          </a:ln>
        </p:spPr>
        <p:txBody>
          <a:bodyPr lIns="0" tIns="0" rIns="0" bIns="0" anchor="ctr">
            <a:spAutoFit/>
          </a:bodyPr>
          <a:lstStyle/>
          <a:p>
            <a:pPr indent="0">
              <a:buNone/>
            </a:pPr>
            <a:r>
              <a:rPr lang="ca-ES" sz="1800" b="0" u="none" strike="noStrike">
                <a:solidFill>
                  <a:srgbClr val="000000"/>
                </a:solidFill>
                <a:effectLst/>
                <a:uFillTx/>
                <a:latin typeface="Arial"/>
              </a:rPr>
              <a:t>Click to edit the title text format</a:t>
            </a:r>
          </a:p>
        </p:txBody>
      </p:sp>
      <p:sp>
        <p:nvSpPr>
          <p:cNvPr id="130"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31"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
        <p:nvSpPr>
          <p:cNvPr id="132" name="PlaceHolder 4"/>
          <p:cNvSpPr>
            <a:spLocks noGrp="1"/>
          </p:cNvSpPr>
          <p:nvPr>
            <p:ph type="body"/>
          </p:nvPr>
        </p:nvSpPr>
        <p:spPr>
          <a:xfrm>
            <a:off x="6231960" y="3682080"/>
            <a:ext cx="5353920" cy="1896480"/>
          </a:xfrm>
          <a:prstGeom prst="rect">
            <a:avLst/>
          </a:prstGeom>
          <a:noFill/>
          <a:ln w="0">
            <a:noFill/>
          </a:ln>
        </p:spPr>
        <p:txBody>
          <a:bodyPr lIns="0" tIns="0" rIns="0" bIns="0" anchor="t">
            <a:normAutofit fontScale="85000" lnSpcReduction="9999"/>
          </a:bodyPr>
          <a:lstStyle/>
          <a:p>
            <a:pPr marL="432000" indent="-324000">
              <a:spcBef>
                <a:spcPts val="1417"/>
              </a:spcBef>
              <a:buClr>
                <a:srgbClr val="000000"/>
              </a:buClr>
              <a:buSzPct val="45000"/>
              <a:buFont typeface="Wingdings" charset="2"/>
              <a:buChar char=""/>
            </a:pPr>
            <a:r>
              <a:rPr lang="ca-ES"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ca-ES"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ca-ES"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ca-ES"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ca-ES" sz="18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17.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3" name="CustomShape 1"/>
          <p:cNvSpPr/>
          <p:nvPr/>
        </p:nvSpPr>
        <p:spPr>
          <a:xfrm>
            <a:off x="0" y="0"/>
            <a:ext cx="12191400" cy="68572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000000"/>
              </a:solidFill>
              <a:effectLst/>
              <a:uFillTx/>
              <a:latin typeface="Arial"/>
            </a:endParaRPr>
          </a:p>
        </p:txBody>
      </p:sp>
      <p:pic>
        <p:nvPicPr>
          <p:cNvPr id="134" name="Picture 3"/>
          <p:cNvPicPr/>
          <p:nvPr/>
        </p:nvPicPr>
        <p:blipFill>
          <a:blip r:embed="rId2"/>
          <a:srcRect t="1108" r="-2"/>
          <a:stretch/>
        </p:blipFill>
        <p:spPr>
          <a:xfrm>
            <a:off x="0" y="0"/>
            <a:ext cx="8667720" cy="6857280"/>
          </a:xfrm>
          <a:prstGeom prst="rect">
            <a:avLst/>
          </a:prstGeom>
          <a:noFill/>
          <a:ln w="0">
            <a:noFill/>
          </a:ln>
        </p:spPr>
      </p:pic>
      <p:sp>
        <p:nvSpPr>
          <p:cNvPr id="135" name="CustomShape 2"/>
          <p:cNvSpPr/>
          <p:nvPr/>
        </p:nvSpPr>
        <p:spPr>
          <a:xfrm flipH="1">
            <a:off x="3710880" y="0"/>
            <a:ext cx="8479800" cy="6857280"/>
          </a:xfrm>
          <a:prstGeom prst="rect">
            <a:avLst/>
          </a:prstGeom>
          <a:gradFill rotWithShape="0">
            <a:gsLst>
              <a:gs pos="0">
                <a:srgbClr val="FFFFFF"/>
              </a:gs>
              <a:gs pos="100000">
                <a:srgbClr val="FFFFFF"/>
              </a:gs>
            </a:gsLst>
            <a:lin ang="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000000"/>
              </a:solidFill>
              <a:effectLst/>
              <a:uFillTx/>
              <a:latin typeface="Arial"/>
            </a:endParaRPr>
          </a:p>
        </p:txBody>
      </p:sp>
      <p:sp>
        <p:nvSpPr>
          <p:cNvPr id="136" name="TextShape 3"/>
          <p:cNvSpPr/>
          <p:nvPr/>
        </p:nvSpPr>
        <p:spPr>
          <a:xfrm>
            <a:off x="7848720" y="1122480"/>
            <a:ext cx="4022640" cy="3203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rmAutofit/>
          </a:bodyPr>
          <a:lstStyle/>
          <a:p>
            <a:pPr>
              <a:lnSpc>
                <a:spcPct val="90000"/>
              </a:lnSpc>
            </a:pPr>
            <a:r>
              <a:rPr lang="es-ES" sz="4800" b="1" u="none" strike="noStrike">
                <a:solidFill>
                  <a:srgbClr val="000000"/>
                </a:solidFill>
                <a:effectLst/>
                <a:uFillTx/>
                <a:latin typeface="Neue Haas Grotesk Text Pro"/>
              </a:rPr>
              <a:t>Enginyeria del Software</a:t>
            </a:r>
            <a:endParaRPr lang="ca-ES" sz="4800" b="0" u="none" strike="noStrike">
              <a:solidFill>
                <a:srgbClr val="000000"/>
              </a:solidFill>
              <a:effectLst/>
              <a:uFillTx/>
              <a:latin typeface="Arial"/>
            </a:endParaRPr>
          </a:p>
        </p:txBody>
      </p:sp>
      <p:sp>
        <p:nvSpPr>
          <p:cNvPr id="137" name="CustomShape 4"/>
          <p:cNvSpPr/>
          <p:nvPr/>
        </p:nvSpPr>
        <p:spPr>
          <a:xfrm rot="5400000">
            <a:off x="813132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38" name="CustomShape 5"/>
          <p:cNvSpPr/>
          <p:nvPr/>
        </p:nvSpPr>
        <p:spPr>
          <a:xfrm>
            <a:off x="7851600" y="4546800"/>
            <a:ext cx="4022640" cy="17640"/>
          </a:xfrm>
          <a:prstGeom prst="rect">
            <a:avLst/>
          </a:prstGeom>
          <a:solidFill>
            <a:schemeClr val="tx2">
              <a:lumMod val="25000"/>
              <a:lumOff val="75000"/>
            </a:schemeClr>
          </a:solidFill>
          <a:ln w="3240">
            <a:solidFill>
              <a:srgbClr val="412426">
                <a:lumMod val="25000"/>
                <a:lumOff val="75000"/>
              </a:srgbClr>
            </a:solidFill>
            <a:round/>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139" name="CustomShape 6"/>
          <p:cNvSpPr/>
          <p:nvPr/>
        </p:nvSpPr>
        <p:spPr>
          <a:xfrm>
            <a:off x="7848720" y="4872960"/>
            <a:ext cx="4022640" cy="1358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nSpc>
                <a:spcPct val="100000"/>
              </a:lnSpc>
              <a:spcBef>
                <a:spcPts val="1001"/>
              </a:spcBef>
            </a:pPr>
            <a:r>
              <a:rPr lang="en-GB" sz="1400" b="0" u="none" strike="noStrike">
                <a:solidFill>
                  <a:srgbClr val="000000"/>
                </a:solidFill>
                <a:effectLst/>
                <a:uFillTx/>
                <a:latin typeface="Neue Haas Grotesk Text Pro"/>
                <a:ea typeface="DejaVu Sans"/>
              </a:rPr>
              <a:t>Pràctiques: Grup 411-09</a:t>
            </a:r>
            <a:endParaRPr lang="ca-ES" sz="1400" b="0" u="none" strike="noStrike">
              <a:solidFill>
                <a:srgbClr val="000000"/>
              </a:solidFill>
              <a:effectLst/>
              <a:uFillTx/>
              <a:latin typeface="Arial"/>
            </a:endParaRPr>
          </a:p>
          <a:p>
            <a:pPr>
              <a:lnSpc>
                <a:spcPct val="100000"/>
              </a:lnSpc>
              <a:spcBef>
                <a:spcPts val="1001"/>
              </a:spcBef>
            </a:pPr>
            <a:endParaRPr lang="ca-ES" sz="1400" b="0" u="none" strike="noStrike">
              <a:solidFill>
                <a:srgbClr val="000000"/>
              </a:solidFill>
              <a:effectLst/>
              <a:uFillTx/>
              <a:latin typeface="Arial"/>
            </a:endParaRPr>
          </a:p>
          <a:p>
            <a:pPr>
              <a:lnSpc>
                <a:spcPct val="100000"/>
              </a:lnSpc>
              <a:spcBef>
                <a:spcPts val="1001"/>
              </a:spcBef>
            </a:pPr>
            <a:r>
              <a:rPr lang="en-GB" sz="1400" b="0" u="none" strike="noStrike">
                <a:solidFill>
                  <a:srgbClr val="000000"/>
                </a:solidFill>
                <a:effectLst/>
                <a:uFillTx/>
                <a:latin typeface="Neue Haas Grotesk Text Pro"/>
                <a:ea typeface="DejaVu Sans"/>
              </a:rPr>
              <a:t>Sprint 01: Requisits Funcionals i No Funcionals</a:t>
            </a:r>
            <a:endParaRPr lang="ca-ES" sz="14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TextShape 1"/>
          <p:cNvSpPr/>
          <p:nvPr/>
        </p:nvSpPr>
        <p:spPr>
          <a:xfrm>
            <a:off x="1115640" y="548640"/>
            <a:ext cx="10167480" cy="117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r>
              <a:rPr lang="es-ES" sz="4000" b="1" u="none" strike="noStrike">
                <a:solidFill>
                  <a:srgbClr val="000000"/>
                </a:solidFill>
                <a:effectLst/>
                <a:uFillTx/>
                <a:latin typeface="Neue Haas Grotesk Text Pro"/>
              </a:rPr>
              <a:t>Composició de l’equip </a:t>
            </a:r>
            <a:endParaRPr lang="ca-ES" sz="4000" b="0" u="none" strike="noStrike">
              <a:solidFill>
                <a:srgbClr val="000000"/>
              </a:solidFill>
              <a:effectLst/>
              <a:uFillTx/>
              <a:latin typeface="Arial"/>
            </a:endParaRPr>
          </a:p>
        </p:txBody>
      </p:sp>
      <p:sp>
        <p:nvSpPr>
          <p:cNvPr id="141" name="TextShape 2"/>
          <p:cNvSpPr/>
          <p:nvPr/>
        </p:nvSpPr>
        <p:spPr>
          <a:xfrm>
            <a:off x="8540640" y="6356520"/>
            <a:ext cx="27424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a:lnSpc>
                <a:spcPct val="100000"/>
              </a:lnSpc>
            </a:pPr>
            <a:fld id="{2F4CE927-EFBD-44FE-8A4D-2B9127F0E2F3}" type="slidenum">
              <a:rPr lang="en-GB" sz="1200" b="0" u="none" strike="noStrike">
                <a:solidFill>
                  <a:srgbClr val="8B8B8B"/>
                </a:solidFill>
                <a:effectLst/>
                <a:uFillTx/>
                <a:latin typeface="Neue Haas Grotesk Text Pro"/>
              </a:rPr>
              <a:t>2</a:t>
            </a:fld>
            <a:endParaRPr lang="ca-ES" sz="1200" b="0" u="none" strike="noStrike">
              <a:solidFill>
                <a:srgbClr val="000000"/>
              </a:solidFill>
              <a:effectLst/>
              <a:uFillTx/>
              <a:latin typeface="Arial"/>
            </a:endParaRPr>
          </a:p>
        </p:txBody>
      </p:sp>
      <p:sp>
        <p:nvSpPr>
          <p:cNvPr id="142" name="CustomShape 3"/>
          <p:cNvSpPr/>
          <p:nvPr/>
        </p:nvSpPr>
        <p:spPr>
          <a:xfrm>
            <a:off x="3891240" y="3638880"/>
            <a:ext cx="231840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800" b="0" u="none" strike="noStrike">
                <a:solidFill>
                  <a:srgbClr val="000000"/>
                </a:solidFill>
                <a:effectLst/>
                <a:uFillTx/>
                <a:latin typeface="Neue Haas Grotesk Text Pro"/>
                <a:ea typeface="DejaVu Sans"/>
              </a:rPr>
              <a:t>Òscar Raneda Halminen</a:t>
            </a:r>
            <a:endParaRPr lang="ca-ES" sz="1800" b="0" u="none" strike="noStrike">
              <a:solidFill>
                <a:srgbClr val="000000"/>
              </a:solidFill>
              <a:effectLst/>
              <a:uFillTx/>
              <a:latin typeface="Arial"/>
            </a:endParaRPr>
          </a:p>
        </p:txBody>
      </p:sp>
      <p:pic>
        <p:nvPicPr>
          <p:cNvPr id="143" name="Picture 2"/>
          <p:cNvPicPr/>
          <p:nvPr/>
        </p:nvPicPr>
        <p:blipFill>
          <a:blip r:embed="rId2" cstate="print">
            <a:extLst>
              <a:ext uri="{28A0092B-C50C-407E-A947-70E740481C1C}">
                <a14:useLocalDpi xmlns:a14="http://schemas.microsoft.com/office/drawing/2010/main" val="0"/>
              </a:ext>
            </a:extLst>
          </a:blip>
          <a:srcRect/>
          <a:stretch/>
        </p:blipFill>
        <p:spPr>
          <a:xfrm>
            <a:off x="6945731" y="2312640"/>
            <a:ext cx="980497" cy="1208520"/>
          </a:xfrm>
          <a:prstGeom prst="rect">
            <a:avLst/>
          </a:prstGeom>
          <a:noFill/>
          <a:ln w="0">
            <a:noFill/>
          </a:ln>
        </p:spPr>
      </p:pic>
      <p:sp>
        <p:nvSpPr>
          <p:cNvPr id="144" name="CustomShape 4"/>
          <p:cNvSpPr/>
          <p:nvPr/>
        </p:nvSpPr>
        <p:spPr>
          <a:xfrm>
            <a:off x="6512760" y="3638880"/>
            <a:ext cx="231840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800" b="0" u="none" strike="noStrike">
                <a:solidFill>
                  <a:srgbClr val="000000"/>
                </a:solidFill>
                <a:effectLst/>
                <a:uFillTx/>
                <a:latin typeface="Neue Haas Grotesk Text Pro"/>
                <a:ea typeface="DejaVu Sans"/>
              </a:rPr>
              <a:t>Adam Pérez Pulgarín</a:t>
            </a:r>
            <a:endParaRPr lang="ca-ES" sz="1800" b="0" u="none" strike="noStrike">
              <a:solidFill>
                <a:srgbClr val="000000"/>
              </a:solidFill>
              <a:effectLst/>
              <a:uFillTx/>
              <a:latin typeface="Arial"/>
            </a:endParaRPr>
          </a:p>
        </p:txBody>
      </p:sp>
      <p:pic>
        <p:nvPicPr>
          <p:cNvPr id="145" name="Picture 2"/>
          <p:cNvPicPr/>
          <p:nvPr/>
        </p:nvPicPr>
        <p:blipFill>
          <a:blip r:embed="rId3"/>
          <a:stretch/>
        </p:blipFill>
        <p:spPr>
          <a:xfrm>
            <a:off x="4210200" y="4472640"/>
            <a:ext cx="1208520" cy="1208520"/>
          </a:xfrm>
          <a:prstGeom prst="rect">
            <a:avLst/>
          </a:prstGeom>
          <a:noFill/>
          <a:ln w="0">
            <a:noFill/>
          </a:ln>
        </p:spPr>
      </p:pic>
      <p:sp>
        <p:nvSpPr>
          <p:cNvPr id="146" name="CustomShape 5"/>
          <p:cNvSpPr/>
          <p:nvPr/>
        </p:nvSpPr>
        <p:spPr>
          <a:xfrm>
            <a:off x="3891240" y="5799240"/>
            <a:ext cx="2318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800" b="0" u="none" strike="noStrike">
                <a:solidFill>
                  <a:srgbClr val="000000"/>
                </a:solidFill>
                <a:effectLst/>
                <a:uFillTx/>
                <a:latin typeface="Neue Haas Grotesk Text Pro"/>
                <a:ea typeface="DejaVu Sans"/>
              </a:rPr>
              <a:t>Jan Real López</a:t>
            </a:r>
            <a:endParaRPr lang="ca-ES" sz="1800" b="0" u="none" strike="noStrike">
              <a:solidFill>
                <a:srgbClr val="000000"/>
              </a:solidFill>
              <a:effectLst/>
              <a:uFillTx/>
              <a:latin typeface="Arial"/>
            </a:endParaRPr>
          </a:p>
        </p:txBody>
      </p:sp>
      <p:sp>
        <p:nvSpPr>
          <p:cNvPr id="147" name="CustomShape 6"/>
          <p:cNvSpPr/>
          <p:nvPr/>
        </p:nvSpPr>
        <p:spPr>
          <a:xfrm>
            <a:off x="6512760" y="5799240"/>
            <a:ext cx="231840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800" b="0" u="none" strike="noStrike">
                <a:solidFill>
                  <a:srgbClr val="000000"/>
                </a:solidFill>
                <a:effectLst/>
                <a:uFillTx/>
                <a:latin typeface="Neue Haas Grotesk Text Pro"/>
                <a:ea typeface="DejaVu Sans"/>
              </a:rPr>
              <a:t>Iker Urruticoechea Puig</a:t>
            </a:r>
            <a:endParaRPr lang="ca-ES" sz="1800" b="0" u="none" strike="noStrike">
              <a:solidFill>
                <a:srgbClr val="000000"/>
              </a:solidFill>
              <a:effectLst/>
              <a:uFillTx/>
              <a:latin typeface="Arial"/>
            </a:endParaRPr>
          </a:p>
        </p:txBody>
      </p:sp>
      <p:sp>
        <p:nvSpPr>
          <p:cNvPr id="148" name="CustomShape 7"/>
          <p:cNvSpPr/>
          <p:nvPr/>
        </p:nvSpPr>
        <p:spPr>
          <a:xfrm>
            <a:off x="6612840" y="3167280"/>
            <a:ext cx="4299480" cy="912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ca-ES" sz="1800" b="0" u="none" strike="noStrike">
              <a:solidFill>
                <a:srgbClr val="000000"/>
              </a:solidFill>
              <a:effectLst/>
              <a:uFillTx/>
              <a:latin typeface="Arial"/>
            </a:endParaRPr>
          </a:p>
        </p:txBody>
      </p:sp>
      <p:pic>
        <p:nvPicPr>
          <p:cNvPr id="149" name="Imagen 148"/>
          <p:cNvPicPr/>
          <p:nvPr/>
        </p:nvPicPr>
        <p:blipFill>
          <a:blip r:embed="rId4"/>
          <a:stretch/>
        </p:blipFill>
        <p:spPr>
          <a:xfrm>
            <a:off x="6971760" y="4549680"/>
            <a:ext cx="983880" cy="1230120"/>
          </a:xfrm>
          <a:prstGeom prst="rect">
            <a:avLst/>
          </a:prstGeom>
          <a:noFill/>
          <a:ln w="0">
            <a:noFill/>
          </a:ln>
        </p:spPr>
      </p:pic>
      <p:pic>
        <p:nvPicPr>
          <p:cNvPr id="150" name="Imagen 149"/>
          <p:cNvPicPr/>
          <p:nvPr/>
        </p:nvPicPr>
        <p:blipFill>
          <a:blip r:embed="rId5"/>
          <a:srcRect l="13144" t="14756" r="13369" b="18979"/>
          <a:stretch/>
        </p:blipFill>
        <p:spPr>
          <a:xfrm>
            <a:off x="4291200" y="2306520"/>
            <a:ext cx="1108800" cy="133236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TextShape 1"/>
          <p:cNvSpPr/>
          <p:nvPr/>
        </p:nvSpPr>
        <p:spPr>
          <a:xfrm>
            <a:off x="1115640" y="548640"/>
            <a:ext cx="10167480" cy="117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r>
              <a:rPr lang="es-ES" sz="4000" b="1" u="none" strike="noStrike">
                <a:solidFill>
                  <a:srgbClr val="000000"/>
                </a:solidFill>
                <a:effectLst/>
                <a:uFillTx/>
                <a:latin typeface="Neue Haas Grotesk Text Pro"/>
              </a:rPr>
              <a:t>Tasques fetes al sprint</a:t>
            </a:r>
            <a:endParaRPr lang="ca-ES" sz="4000" b="0" u="none" strike="noStrike">
              <a:solidFill>
                <a:srgbClr val="000000"/>
              </a:solidFill>
              <a:effectLst/>
              <a:uFillTx/>
              <a:latin typeface="Arial"/>
            </a:endParaRPr>
          </a:p>
        </p:txBody>
      </p:sp>
      <p:sp>
        <p:nvSpPr>
          <p:cNvPr id="152" name="TextShape 2"/>
          <p:cNvSpPr/>
          <p:nvPr/>
        </p:nvSpPr>
        <p:spPr>
          <a:xfrm>
            <a:off x="8540640" y="6356520"/>
            <a:ext cx="27424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a:lnSpc>
                <a:spcPct val="100000"/>
              </a:lnSpc>
            </a:pPr>
            <a:fld id="{FB1C7C07-0DF7-4225-AA34-507116039A57}" type="slidenum">
              <a:rPr lang="en-GB" sz="1200" b="0" u="none" strike="noStrike">
                <a:solidFill>
                  <a:srgbClr val="8B8B8B"/>
                </a:solidFill>
                <a:effectLst/>
                <a:uFillTx/>
                <a:latin typeface="Neue Haas Grotesk Text Pro"/>
              </a:rPr>
              <a:t>3</a:t>
            </a:fld>
            <a:endParaRPr lang="ca-ES" sz="1200" b="0" u="none" strike="noStrike">
              <a:solidFill>
                <a:srgbClr val="000000"/>
              </a:solidFill>
              <a:effectLst/>
              <a:uFillTx/>
              <a:latin typeface="Arial"/>
            </a:endParaRPr>
          </a:p>
        </p:txBody>
      </p:sp>
      <p:sp>
        <p:nvSpPr>
          <p:cNvPr id="153" name="CustomShape 3"/>
          <p:cNvSpPr/>
          <p:nvPr/>
        </p:nvSpPr>
        <p:spPr>
          <a:xfrm>
            <a:off x="428760" y="2198880"/>
            <a:ext cx="10020240" cy="4204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a:lnSpc>
                <a:spcPct val="100000"/>
              </a:lnSpc>
            </a:pPr>
            <a:r>
              <a:rPr lang="en-GB" sz="1800" b="0" u="none" strike="noStrike">
                <a:solidFill>
                  <a:srgbClr val="000000"/>
                </a:solidFill>
                <a:effectLst/>
                <a:uFillTx/>
                <a:latin typeface="Neue Haas Grotesk Text Pro"/>
                <a:ea typeface="DejaVu Sans"/>
              </a:rPr>
              <a:t>Tasques realitzades aquest sprint:</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1: Creació del entorn Github i Trello (encarregat: </a:t>
            </a:r>
            <a:r>
              <a:rPr lang="en-GB" sz="1800" b="0" u="none" strike="noStrike">
                <a:solidFill>
                  <a:srgbClr val="000000"/>
                </a:solidFill>
                <a:effectLst/>
                <a:uFillTx/>
                <a:latin typeface="Neue Haas Grotesk Text Pro"/>
                <a:ea typeface="DejaVu Sans"/>
              </a:rPr>
              <a:t>Òscar Raneda)</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2: Requisits funcionals del GRUP 1: GESTIÓ DE COMPTES I CREACIÓ DE PERFILS D'USUARI, GRUP 2: REALITZACIÓ DE COMANDES i GRUP 3: ENVIAMENT DE COMANDES (encarregat: </a:t>
            </a:r>
            <a:r>
              <a:rPr lang="en-GB" sz="1800" b="0" u="none" strike="noStrike">
                <a:solidFill>
                  <a:srgbClr val="000000"/>
                </a:solidFill>
                <a:effectLst/>
                <a:uFillTx/>
                <a:latin typeface="Neue Haas Grotesk Text Pro"/>
                <a:ea typeface="DejaVu Sans"/>
              </a:rPr>
              <a:t>Adam Pérez)</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3: Requisits funcionals del GRUP 4: PAGAMENT DE LA COMANDA I GRUP 5: VALORACIÓ DE LA COMANDA (encarregat: Iker Urruticoechea)</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4: Requisits funcionals del GRUP 6: FUNCIONALITATS ADDICIONALS i altres consideracions (encarregat: )</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Microsoft YaHei"/>
              </a:rPr>
              <a:t>Tasca 5: Burn-down chart (encarregat: )</a:t>
            </a:r>
            <a:endParaRPr lang="ca-ES" sz="18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TextShape 1"/>
          <p:cNvSpPr/>
          <p:nvPr/>
        </p:nvSpPr>
        <p:spPr>
          <a:xfrm>
            <a:off x="1115640" y="548640"/>
            <a:ext cx="10167480" cy="117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lnSpcReduction="9999"/>
          </a:bodyPr>
          <a:lstStyle/>
          <a:p>
            <a:pPr>
              <a:lnSpc>
                <a:spcPct val="90000"/>
              </a:lnSpc>
            </a:pPr>
            <a:r>
              <a:rPr lang="es-ES" sz="4000" b="1" u="none" strike="noStrike">
                <a:solidFill>
                  <a:srgbClr val="000000"/>
                </a:solidFill>
                <a:effectLst/>
                <a:uFillTx/>
                <a:latin typeface="Neue Haas Grotesk Text Pro"/>
              </a:rPr>
              <a:t>Perfils d’usuari a l’aplicació QUEMENGES</a:t>
            </a:r>
            <a:endParaRPr lang="ca-ES" sz="4000" b="0" u="none" strike="noStrike">
              <a:solidFill>
                <a:srgbClr val="000000"/>
              </a:solidFill>
              <a:effectLst/>
              <a:uFillTx/>
              <a:latin typeface="Arial"/>
            </a:endParaRPr>
          </a:p>
        </p:txBody>
      </p:sp>
      <p:sp>
        <p:nvSpPr>
          <p:cNvPr id="155" name="TextShape 2"/>
          <p:cNvSpPr/>
          <p:nvPr/>
        </p:nvSpPr>
        <p:spPr>
          <a:xfrm>
            <a:off x="8540640" y="6356520"/>
            <a:ext cx="27424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a:lnSpc>
                <a:spcPct val="100000"/>
              </a:lnSpc>
            </a:pPr>
            <a:fld id="{024B2DC5-E038-4451-A237-2576A9150B12}" type="slidenum">
              <a:rPr lang="en-GB" sz="1200" b="0" u="none" strike="noStrike">
                <a:solidFill>
                  <a:srgbClr val="8B8B8B"/>
                </a:solidFill>
                <a:effectLst/>
                <a:uFillTx/>
                <a:latin typeface="Neue Haas Grotesk Text Pro"/>
              </a:rPr>
              <a:t>4</a:t>
            </a:fld>
            <a:endParaRPr lang="ca-ES" sz="1200" b="0" u="none" strike="noStrike">
              <a:solidFill>
                <a:srgbClr val="000000"/>
              </a:solidFill>
              <a:effectLst/>
              <a:uFillTx/>
              <a:latin typeface="Arial"/>
            </a:endParaRPr>
          </a:p>
        </p:txBody>
      </p:sp>
      <p:sp>
        <p:nvSpPr>
          <p:cNvPr id="156" name="CustomShape 3"/>
          <p:cNvSpPr/>
          <p:nvPr/>
        </p:nvSpPr>
        <p:spPr>
          <a:xfrm>
            <a:off x="428760" y="2198880"/>
            <a:ext cx="10020240" cy="1461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a:lnSpc>
                <a:spcPct val="100000"/>
              </a:lnSpc>
            </a:pPr>
            <a:r>
              <a:rPr lang="en-GB" sz="1800" b="0" u="none" strike="noStrike">
                <a:solidFill>
                  <a:srgbClr val="000000"/>
                </a:solidFill>
                <a:effectLst/>
                <a:uFillTx/>
                <a:latin typeface="Neue Haas Grotesk Text Pro"/>
                <a:ea typeface="DejaVu Sans"/>
              </a:rPr>
              <a:t>En aquesta transparència volem un llistat de tots els perfils que heu identificat al enunciat</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Per exemple:</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Perfil 1: Client</a:t>
            </a:r>
            <a:endParaRPr lang="ca-ES" sz="1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TextShape 1"/>
          <p:cNvSpPr/>
          <p:nvPr/>
        </p:nvSpPr>
        <p:spPr>
          <a:xfrm>
            <a:off x="1115640" y="548640"/>
            <a:ext cx="10167480" cy="117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r>
              <a:rPr lang="es-ES" sz="4000" b="1" u="none" strike="noStrike">
                <a:solidFill>
                  <a:srgbClr val="000000"/>
                </a:solidFill>
                <a:effectLst/>
                <a:uFillTx/>
                <a:latin typeface="Neue Haas Grotesk Text Pro"/>
              </a:rPr>
              <a:t>Requisits</a:t>
            </a:r>
            <a:endParaRPr lang="ca-ES" sz="4000" b="0" u="none" strike="noStrike">
              <a:solidFill>
                <a:srgbClr val="000000"/>
              </a:solidFill>
              <a:effectLst/>
              <a:uFillTx/>
              <a:latin typeface="Arial"/>
            </a:endParaRPr>
          </a:p>
        </p:txBody>
      </p:sp>
      <p:sp>
        <p:nvSpPr>
          <p:cNvPr id="158" name="TextShape 2"/>
          <p:cNvSpPr/>
          <p:nvPr/>
        </p:nvSpPr>
        <p:spPr>
          <a:xfrm>
            <a:off x="8540640" y="6356520"/>
            <a:ext cx="27424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a:lnSpc>
                <a:spcPct val="100000"/>
              </a:lnSpc>
            </a:pPr>
            <a:fld id="{2D7F9A78-95D1-462A-93DA-C3BF0F23788E}" type="slidenum">
              <a:rPr lang="en-GB" sz="1200" b="0" u="none" strike="noStrike">
                <a:solidFill>
                  <a:srgbClr val="8B8B8B"/>
                </a:solidFill>
                <a:effectLst/>
                <a:uFillTx/>
                <a:latin typeface="Neue Haas Grotesk Text Pro"/>
              </a:rPr>
              <a:t>5</a:t>
            </a:fld>
            <a:endParaRPr lang="ca-ES" sz="1200" b="0" u="none" strike="noStrike">
              <a:solidFill>
                <a:srgbClr val="000000"/>
              </a:solidFill>
              <a:effectLst/>
              <a:uFillTx/>
              <a:latin typeface="Arial"/>
            </a:endParaRPr>
          </a:p>
        </p:txBody>
      </p:sp>
      <p:sp>
        <p:nvSpPr>
          <p:cNvPr id="159" name="CustomShape 3"/>
          <p:cNvSpPr/>
          <p:nvPr/>
        </p:nvSpPr>
        <p:spPr>
          <a:xfrm>
            <a:off x="428760" y="2198880"/>
            <a:ext cx="1126548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a:lnSpc>
                <a:spcPct val="100000"/>
              </a:lnSpc>
            </a:pPr>
            <a:r>
              <a:rPr lang="en-GB" sz="1800" b="0" u="none" strike="noStrike">
                <a:solidFill>
                  <a:srgbClr val="000000"/>
                </a:solidFill>
                <a:effectLst/>
                <a:uFillTx/>
                <a:latin typeface="Neue Haas Grotesk Text Pro"/>
                <a:ea typeface="DejaVu Sans"/>
              </a:rPr>
              <a:t>En aquesta secció de la presentació (pot ser més d’una transparència) volem un llistat de tots els requisits funcionals per cadascú dels perfils (una transparència per perfil). Només volem el nom del requisit i, en el cas de que sigui un requisit no funcional, el seu nom i tipus. Els requisits no funcional poden estar associats a un RF o ser independents, generals per a tot el software.</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Exemples FICTICIS:</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RF 01: El client podrà introduir fer comandes a l’aplicació</a:t>
            </a: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	RNF 01: El màxim nombre de comandes simultànies és de 100 (RNF de Rendiment Estàtic)</a:t>
            </a:r>
            <a:endParaRPr lang="ca-ES" sz="1800" b="0" u="none" strike="noStrike">
              <a:solidFill>
                <a:srgbClr val="000000"/>
              </a:solidFill>
              <a:effectLst/>
              <a:uFillTx/>
              <a:latin typeface="Arial"/>
            </a:endParaRPr>
          </a:p>
          <a:p>
            <a:pPr algn="just">
              <a:lnSpc>
                <a:spcPct val="100000"/>
              </a:lnSpc>
            </a:pPr>
            <a:endParaRPr lang="ca-ES" sz="1800" b="0" u="none" strike="noStrike">
              <a:solidFill>
                <a:srgbClr val="000000"/>
              </a:solidFill>
              <a:effectLst/>
              <a:uFillTx/>
              <a:latin typeface="Arial"/>
            </a:endParaRPr>
          </a:p>
          <a:p>
            <a:pPr algn="just">
              <a:lnSpc>
                <a:spcPct val="100000"/>
              </a:lnSpc>
            </a:pPr>
            <a:r>
              <a:rPr lang="en-GB" sz="1800" b="0" u="none" strike="noStrike">
                <a:solidFill>
                  <a:srgbClr val="000000"/>
                </a:solidFill>
                <a:effectLst/>
                <a:uFillTx/>
                <a:latin typeface="Neue Haas Grotesk Text Pro"/>
                <a:ea typeface="DejaVu Sans"/>
              </a:rPr>
              <a:t>RNF 02: La aplicació tindrà una interfaç amigable (RNF de Objectiu de Disseny)</a:t>
            </a:r>
            <a:endParaRPr lang="ca-ES" sz="18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TextShape 1"/>
          <p:cNvSpPr/>
          <p:nvPr/>
        </p:nvSpPr>
        <p:spPr>
          <a:xfrm>
            <a:off x="1115640" y="548640"/>
            <a:ext cx="10167480" cy="117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90000"/>
              </a:lnSpc>
            </a:pPr>
            <a:r>
              <a:rPr lang="es-ES" sz="4000" b="1" u="none" strike="noStrike">
                <a:solidFill>
                  <a:srgbClr val="000000"/>
                </a:solidFill>
                <a:effectLst/>
                <a:uFillTx/>
                <a:latin typeface="Neue Haas Grotesk Text Pro"/>
              </a:rPr>
              <a:t>Burn-down chart</a:t>
            </a:r>
            <a:endParaRPr lang="ca-ES" sz="4000" b="0" u="none" strike="noStrike">
              <a:solidFill>
                <a:srgbClr val="000000"/>
              </a:solidFill>
              <a:effectLst/>
              <a:uFillTx/>
              <a:latin typeface="Arial"/>
            </a:endParaRPr>
          </a:p>
        </p:txBody>
      </p:sp>
      <p:sp>
        <p:nvSpPr>
          <p:cNvPr id="161" name="TextShape 2"/>
          <p:cNvSpPr/>
          <p:nvPr/>
        </p:nvSpPr>
        <p:spPr>
          <a:xfrm>
            <a:off x="8540640" y="6356520"/>
            <a:ext cx="27424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a:lnSpc>
                <a:spcPct val="100000"/>
              </a:lnSpc>
            </a:pPr>
            <a:fld id="{4B7F5353-3C1C-4D2C-ADAB-598098CBBDD4}" type="slidenum">
              <a:rPr lang="en-GB" sz="1200" b="0" u="none" strike="noStrike">
                <a:solidFill>
                  <a:srgbClr val="8B8B8B"/>
                </a:solidFill>
                <a:effectLst/>
                <a:uFillTx/>
                <a:latin typeface="Neue Haas Grotesk Text Pro"/>
              </a:rPr>
              <a:t>6</a:t>
            </a:fld>
            <a:endParaRPr lang="ca-ES" sz="1200" b="0" u="none" strike="noStrike">
              <a:solidFill>
                <a:srgbClr val="000000"/>
              </a:solidFill>
              <a:effectLst/>
              <a:uFillTx/>
              <a:latin typeface="Arial"/>
            </a:endParaRPr>
          </a:p>
        </p:txBody>
      </p:sp>
      <p:sp>
        <p:nvSpPr>
          <p:cNvPr id="162" name="CustomShape 3"/>
          <p:cNvSpPr/>
          <p:nvPr/>
        </p:nvSpPr>
        <p:spPr>
          <a:xfrm>
            <a:off x="428760" y="2198880"/>
            <a:ext cx="1126548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a:lnSpc>
                <a:spcPct val="100000"/>
              </a:lnSpc>
            </a:pPr>
            <a:r>
              <a:rPr lang="en-GB" sz="1800" b="0" u="none" strike="noStrike">
                <a:solidFill>
                  <a:srgbClr val="000000"/>
                </a:solidFill>
                <a:effectLst/>
                <a:uFillTx/>
                <a:latin typeface="Neue Haas Grotesk Text Pro"/>
                <a:ea typeface="DejaVu Sans"/>
              </a:rPr>
              <a:t>En aquesta transparència volem el vostre burn-down Chart per aquest sprint</a:t>
            </a:r>
            <a:endParaRPr lang="ca-ES" sz="1800" b="0" u="none" strike="noStrike">
              <a:solidFill>
                <a:srgbClr val="000000"/>
              </a:solidFill>
              <a:effectLst/>
              <a:uFillTx/>
              <a:latin typeface="Arial"/>
            </a:endParaRPr>
          </a:p>
        </p:txBody>
      </p:sp>
      <p:pic>
        <p:nvPicPr>
          <p:cNvPr id="163" name="Picture 4"/>
          <p:cNvPicPr/>
          <p:nvPr/>
        </p:nvPicPr>
        <p:blipFill>
          <a:blip r:embed="rId2"/>
          <a:stretch/>
        </p:blipFill>
        <p:spPr>
          <a:xfrm>
            <a:off x="3103200" y="2190960"/>
            <a:ext cx="5086080" cy="416484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4" name="CustomShape 1"/>
          <p:cNvSpPr/>
          <p:nvPr/>
        </p:nvSpPr>
        <p:spPr>
          <a:xfrm>
            <a:off x="0" y="0"/>
            <a:ext cx="12191400" cy="68572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000000"/>
              </a:solidFill>
              <a:effectLst/>
              <a:uFillTx/>
              <a:latin typeface="Arial"/>
            </a:endParaRPr>
          </a:p>
        </p:txBody>
      </p:sp>
      <p:pic>
        <p:nvPicPr>
          <p:cNvPr id="165" name="Picture 3"/>
          <p:cNvPicPr/>
          <p:nvPr/>
        </p:nvPicPr>
        <p:blipFill>
          <a:blip r:embed="rId2"/>
          <a:srcRect t="1108" r="-2"/>
          <a:stretch/>
        </p:blipFill>
        <p:spPr>
          <a:xfrm>
            <a:off x="0" y="0"/>
            <a:ext cx="8667720" cy="6857280"/>
          </a:xfrm>
          <a:prstGeom prst="rect">
            <a:avLst/>
          </a:prstGeom>
          <a:noFill/>
          <a:ln w="0">
            <a:noFill/>
          </a:ln>
        </p:spPr>
      </p:pic>
      <p:sp>
        <p:nvSpPr>
          <p:cNvPr id="166" name="CustomShape 2"/>
          <p:cNvSpPr/>
          <p:nvPr/>
        </p:nvSpPr>
        <p:spPr>
          <a:xfrm flipH="1">
            <a:off x="3710880" y="0"/>
            <a:ext cx="8479800" cy="6857280"/>
          </a:xfrm>
          <a:prstGeom prst="rect">
            <a:avLst/>
          </a:prstGeom>
          <a:gradFill rotWithShape="0">
            <a:gsLst>
              <a:gs pos="0">
                <a:srgbClr val="FFFFFF"/>
              </a:gs>
              <a:gs pos="100000">
                <a:srgbClr val="FFFFFF"/>
              </a:gs>
            </a:gsLst>
            <a:lin ang="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000000"/>
              </a:solidFill>
              <a:effectLst/>
              <a:uFillTx/>
              <a:latin typeface="Arial"/>
            </a:endParaRPr>
          </a:p>
        </p:txBody>
      </p:sp>
      <p:sp>
        <p:nvSpPr>
          <p:cNvPr id="167" name="TextShape 3"/>
          <p:cNvSpPr/>
          <p:nvPr/>
        </p:nvSpPr>
        <p:spPr>
          <a:xfrm>
            <a:off x="7848720" y="1122480"/>
            <a:ext cx="4022640" cy="3203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rmAutofit/>
          </a:bodyPr>
          <a:lstStyle/>
          <a:p>
            <a:pPr>
              <a:lnSpc>
                <a:spcPct val="90000"/>
              </a:lnSpc>
            </a:pPr>
            <a:r>
              <a:rPr lang="es-ES" sz="4800" b="1" u="none" strike="noStrike">
                <a:solidFill>
                  <a:srgbClr val="000000"/>
                </a:solidFill>
                <a:effectLst/>
                <a:uFillTx/>
                <a:latin typeface="Neue Haas Grotesk Text Pro"/>
              </a:rPr>
              <a:t>Enginyeria del Software</a:t>
            </a:r>
            <a:endParaRPr lang="ca-ES" sz="4800" b="0" u="none" strike="noStrike">
              <a:solidFill>
                <a:srgbClr val="000000"/>
              </a:solidFill>
              <a:effectLst/>
              <a:uFillTx/>
              <a:latin typeface="Arial"/>
            </a:endParaRPr>
          </a:p>
        </p:txBody>
      </p:sp>
      <p:sp>
        <p:nvSpPr>
          <p:cNvPr id="168" name="CustomShape 4"/>
          <p:cNvSpPr/>
          <p:nvPr/>
        </p:nvSpPr>
        <p:spPr>
          <a:xfrm rot="5400000">
            <a:off x="8131320" y="345960"/>
            <a:ext cx="145440" cy="70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ca-ES" sz="1800" b="0" u="none" strike="noStrike">
              <a:solidFill>
                <a:srgbClr val="FFFFFF"/>
              </a:solidFill>
              <a:effectLst/>
              <a:uFillTx/>
              <a:latin typeface="Arial"/>
            </a:endParaRPr>
          </a:p>
        </p:txBody>
      </p:sp>
      <p:sp>
        <p:nvSpPr>
          <p:cNvPr id="169" name="CustomShape 5"/>
          <p:cNvSpPr/>
          <p:nvPr/>
        </p:nvSpPr>
        <p:spPr>
          <a:xfrm>
            <a:off x="7851600" y="4546800"/>
            <a:ext cx="4022640" cy="17640"/>
          </a:xfrm>
          <a:prstGeom prst="rect">
            <a:avLst/>
          </a:prstGeom>
          <a:solidFill>
            <a:schemeClr val="tx2">
              <a:lumMod val="25000"/>
              <a:lumOff val="75000"/>
            </a:schemeClr>
          </a:solidFill>
          <a:ln w="3240">
            <a:solidFill>
              <a:srgbClr val="412426">
                <a:lumMod val="25000"/>
                <a:lumOff val="75000"/>
              </a:srgbClr>
            </a:solidFill>
            <a:round/>
          </a:ln>
        </p:spPr>
        <p:style>
          <a:lnRef idx="2">
            <a:schemeClr val="accent1">
              <a:shade val="50000"/>
            </a:schemeClr>
          </a:lnRef>
          <a:fillRef idx="1">
            <a:schemeClr val="accent1"/>
          </a:fillRef>
          <a:effectRef idx="0">
            <a:schemeClr val="accent1"/>
          </a:effectRef>
          <a:fontRef idx="minor"/>
        </p:style>
        <p:txBody>
          <a:bodyPr lIns="90000" tIns="-27000" rIns="90000" bIns="-27000" anchor="t">
            <a:noAutofit/>
          </a:bodyPr>
          <a:lstStyle/>
          <a:p>
            <a:endParaRPr lang="ca-ES" sz="1800" b="0" u="none" strike="noStrike">
              <a:solidFill>
                <a:srgbClr val="000000"/>
              </a:solidFill>
              <a:effectLst/>
              <a:uFillTx/>
              <a:latin typeface="Arial"/>
            </a:endParaRPr>
          </a:p>
        </p:txBody>
      </p:sp>
      <p:sp>
        <p:nvSpPr>
          <p:cNvPr id="170" name="CustomShape 6"/>
          <p:cNvSpPr/>
          <p:nvPr/>
        </p:nvSpPr>
        <p:spPr>
          <a:xfrm>
            <a:off x="7848720" y="4872960"/>
            <a:ext cx="4022640" cy="1358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nSpc>
                <a:spcPct val="100000"/>
              </a:lnSpc>
              <a:spcBef>
                <a:spcPts val="1001"/>
              </a:spcBef>
            </a:pPr>
            <a:r>
              <a:rPr lang="en-GB" sz="1400" b="0" u="none" strike="noStrike">
                <a:solidFill>
                  <a:srgbClr val="000000"/>
                </a:solidFill>
                <a:effectLst/>
                <a:uFillTx/>
                <a:latin typeface="Neue Haas Grotesk Text Pro"/>
                <a:ea typeface="DejaVu Sans"/>
              </a:rPr>
              <a:t>Pràctiques: Grup 411-09</a:t>
            </a:r>
            <a:endParaRPr lang="ca-ES" sz="1400" b="0" u="none" strike="noStrike">
              <a:solidFill>
                <a:srgbClr val="000000"/>
              </a:solidFill>
              <a:effectLst/>
              <a:uFillTx/>
              <a:latin typeface="Arial"/>
            </a:endParaRPr>
          </a:p>
          <a:p>
            <a:pPr>
              <a:lnSpc>
                <a:spcPct val="100000"/>
              </a:lnSpc>
              <a:spcBef>
                <a:spcPts val="1001"/>
              </a:spcBef>
            </a:pPr>
            <a:endParaRPr lang="ca-ES" sz="1400" b="0" u="none" strike="noStrike">
              <a:solidFill>
                <a:srgbClr val="000000"/>
              </a:solidFill>
              <a:effectLst/>
              <a:uFillTx/>
              <a:latin typeface="Arial"/>
            </a:endParaRPr>
          </a:p>
          <a:p>
            <a:pPr>
              <a:lnSpc>
                <a:spcPct val="100000"/>
              </a:lnSpc>
              <a:spcBef>
                <a:spcPts val="1001"/>
              </a:spcBef>
            </a:pPr>
            <a:r>
              <a:rPr lang="en-GB" sz="1400" b="0" u="none" strike="noStrike">
                <a:solidFill>
                  <a:srgbClr val="000000"/>
                </a:solidFill>
                <a:effectLst/>
                <a:uFillTx/>
                <a:latin typeface="Neue Haas Grotesk Text Pro"/>
                <a:ea typeface="DejaVu Sans"/>
              </a:rPr>
              <a:t>Sprint 01: Requisits Funcionals i No Funcionals</a:t>
            </a:r>
            <a:endParaRPr lang="ca-ES" sz="14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12426"/>
      </a:dk2>
      <a:lt2>
        <a:srgbClr val="E2E8E8"/>
      </a:lt2>
      <a:accent1>
        <a:srgbClr val="C34D54"/>
      </a:accent1>
      <a:accent2>
        <a:srgbClr val="B1643B"/>
      </a:accent2>
      <a:accent3>
        <a:srgbClr val="BBA149"/>
      </a:accent3>
      <a:accent4>
        <a:srgbClr val="98AD39"/>
      </a:accent4>
      <a:accent5>
        <a:srgbClr val="72B346"/>
      </a:accent5>
      <a:accent6>
        <a:srgbClr val="3BB13D"/>
      </a:accent6>
      <a:hlink>
        <a:srgbClr val="30928B"/>
      </a:hlink>
      <a:folHlink>
        <a:srgbClr val="7F7F7F"/>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12426"/>
      </a:dk2>
      <a:lt2>
        <a:srgbClr val="E2E8E8"/>
      </a:lt2>
      <a:accent1>
        <a:srgbClr val="C34D54"/>
      </a:accent1>
      <a:accent2>
        <a:srgbClr val="B1643B"/>
      </a:accent2>
      <a:accent3>
        <a:srgbClr val="BBA149"/>
      </a:accent3>
      <a:accent4>
        <a:srgbClr val="98AD39"/>
      </a:accent4>
      <a:accent5>
        <a:srgbClr val="72B346"/>
      </a:accent5>
      <a:accent6>
        <a:srgbClr val="3BB13D"/>
      </a:accent6>
      <a:hlink>
        <a:srgbClr val="30928B"/>
      </a:hlink>
      <a:folHlink>
        <a:srgbClr val="7F7F7F"/>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7913</TotalTime>
  <Words>332</Words>
  <Application>Microsoft Office PowerPoint</Application>
  <PresentationFormat>Panorámica</PresentationFormat>
  <Paragraphs>47</Paragraphs>
  <Slides>7</Slides>
  <Notes>0</Notes>
  <HiddenSlides>0</HiddenSlides>
  <MMClips>0</MMClips>
  <ScaleCrop>false</ScaleCrop>
  <HeadingPairs>
    <vt:vector size="6" baseType="variant">
      <vt:variant>
        <vt:lpstr>Fuentes usadas</vt:lpstr>
      </vt:variant>
      <vt:variant>
        <vt:i4>4</vt:i4>
      </vt:variant>
      <vt:variant>
        <vt:lpstr>Tema</vt:lpstr>
      </vt:variant>
      <vt:variant>
        <vt:i4>2</vt:i4>
      </vt:variant>
      <vt:variant>
        <vt:lpstr>Títulos de diapositiva</vt:lpstr>
      </vt:variant>
      <vt:variant>
        <vt:i4>7</vt:i4>
      </vt:variant>
    </vt:vector>
  </HeadingPairs>
  <TitlesOfParts>
    <vt:vector size="13" baseType="lpstr">
      <vt:lpstr>Arial</vt:lpstr>
      <vt:lpstr>Neue Haas Grotesk Text Pro</vt:lpstr>
      <vt:lpstr>Symbol</vt:lpstr>
      <vt:lpstr>Wingdings</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Enginyeria del Software</dc:title>
  <dc:subject/>
  <dc:creator>Jorge Bernal del Nozal</dc:creator>
  <dc:description/>
  <cp:lastModifiedBy>Adam Pérez Pulgarín</cp:lastModifiedBy>
  <cp:revision>39</cp:revision>
  <dcterms:created xsi:type="dcterms:W3CDTF">2023-02-10T08:32:17Z</dcterms:created>
  <dcterms:modified xsi:type="dcterms:W3CDTF">2026-03-15T11:29:55Z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mplianceAssetId">
    <vt:lpwstr/>
  </property>
  <property fmtid="{D5CDD505-2E9C-101B-9397-08002B2CF9AE}" pid="3" name="ContentTypeId">
    <vt:lpwstr>0x01010063BD3DC6F0E81D4FA56575A4B7B24AF5</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Order">
    <vt:i4>1700</vt:i4>
  </property>
  <property fmtid="{D5CDD505-2E9C-101B-9397-08002B2CF9AE}" pid="10" name="PresentationFormat">
    <vt:lpwstr>Panorámica</vt:lpwstr>
  </property>
  <property fmtid="{D5CDD505-2E9C-101B-9397-08002B2CF9AE}" pid="11" name="ScaleCrop">
    <vt:bool>false</vt:bool>
  </property>
  <property fmtid="{D5CDD505-2E9C-101B-9397-08002B2CF9AE}" pid="12" name="ShareDoc">
    <vt:bool>false</vt:bool>
  </property>
  <property fmtid="{D5CDD505-2E9C-101B-9397-08002B2CF9AE}" pid="13" name="Slides">
    <vt:i4>7</vt:i4>
  </property>
  <property fmtid="{D5CDD505-2E9C-101B-9397-08002B2CF9AE}" pid="14" name="TriggerFlowInfo">
    <vt:lpwstr/>
  </property>
  <property fmtid="{D5CDD505-2E9C-101B-9397-08002B2CF9AE}" pid="15" name="_ExtendedDescription">
    <vt:lpwstr/>
  </property>
</Properties>
</file>